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0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8B1A"/>
                </a:solidFill>
              </a:rPr>
              <a:t>NOITE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REDE NÃO 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INTERNET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Separar as palavras que o dia a dia mistura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Redes de Computadores · Curso FIC · CEJA Itapiranga – SC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A PERGUNTA DA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Você diz que está sem internet.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O que é que você está sem, exatamente?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10881360" cy="3200400"/>
          </a:xfrm>
          <a:prstGeom prst="roundRect">
            <a:avLst/>
          </a:prstGeom>
          <a:solidFill>
            <a:srgbClr val="FFFFFF"/>
          </a:solidFill>
          <a:ln w="20000">
            <a:solidFill>
              <a:srgbClr val="0B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5156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As respostas que aparecem: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"Estou sem Wi-Fi"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"Estou sem sinal"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"Estou sem crédito"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"O aparelho não conecta em nada"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E88B1A"/>
                </a:solidFill>
              </a:rPr>
              <a:t>Cada uma dessas frases resolve num lugar diferente.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ACORDO DA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Hoje ninguém precisa saber nada.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8813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Se você já sabe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vai precisar explicar pra cliente depois do curso.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Se você não sabe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essa aula é o seu ponto de partida.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Não é aula de teoria. É aula de trabalho de campo.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A DEFINIÇÃO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REDE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Duas ou mais coisas ligadas trocando informação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88B1A"/>
                </a:solidFill>
              </a:rPr>
              <a:t>Só isso.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577840" cy="2468880"/>
          </a:xfrm>
          <a:prstGeom prst="roundRect">
            <a:avLst/>
          </a:prstGeom>
          <a:solidFill>
            <a:srgbClr val="FFFFFF"/>
          </a:solidFill>
          <a:ln w="25000">
            <a:solidFill>
              <a:srgbClr val="0B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5C5C"/>
                </a:solidFill>
              </a:rPr>
              <a:t>SÃO REDE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Duas caixas do mercado ligadas no computador do caixa</a:t>
            </a:r>
          </a:p>
          <a:p>
            <a:pPr algn="l"/>
            <a:r>
              <a:rPr sz="1400" b="0" i="0">
                <a:solidFill>
                  <a:srgbClr val="1A1A1A"/>
                </a:solidFill>
              </a:rPr>
              <a:t>• Dois celulares por Bluetooth trocando foto</a:t>
            </a:r>
          </a:p>
          <a:p>
            <a:pPr algn="l"/>
            <a:r>
              <a:rPr sz="1400" b="0" i="0">
                <a:solidFill>
                  <a:srgbClr val="1A1A1A"/>
                </a:solidFill>
              </a:rPr>
              <a:t>• Impressora e computador da secretaria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657600"/>
            <a:ext cx="5577840" cy="2468880"/>
          </a:xfrm>
          <a:prstGeom prst="roundRect">
            <a:avLst/>
          </a:prstGeom>
          <a:solidFill>
            <a:srgbClr val="FFFFFF"/>
          </a:solidFill>
          <a:ln w="25000">
            <a:solidFill>
              <a:srgbClr val="C53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794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5362B"/>
                </a:solidFill>
              </a:rPr>
              <a:t>NÃO É REDE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605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A tomada e a geladeira (só entrega energia, não troca informação)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TRÊS EXEMPLOS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Redes que funcionam SEM internet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377440"/>
            <a:ext cx="822960" cy="822960"/>
          </a:xfrm>
          <a:prstGeom prst="ellipse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77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5C5C"/>
                </a:solidFill>
              </a:rPr>
              <a:t>A impressora da secretaria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34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Se a internet da escola cair, ainda dá pra imprimir.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57600"/>
            <a:ext cx="822960" cy="822960"/>
          </a:xfrm>
          <a:prstGeom prst="ellipse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657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5C5C"/>
                </a:solidFill>
              </a:rPr>
              <a:t>O caixa do mercado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1148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O valor vai da máquina do caixa pro computador do gerente. Só depois disso o gerente conversa com o banco pela internet.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937760"/>
            <a:ext cx="822960" cy="822960"/>
          </a:xfrm>
          <a:prstGeom prst="ellipse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834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937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5C5C"/>
                </a:solidFill>
              </a:rPr>
              <a:t>O Bluetooth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394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Fone Bluetooth no celular é uma rede de dois. Funciona até no modo avião.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PARA GUARDAR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A frase que resume esta noite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0B5C5C"/>
                </a:solidFill>
              </a:rPr>
              <a:t>Rede vem primeiro.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0B5C5C"/>
                </a:solidFill>
              </a:rPr>
              <a:t>Internet vem depois.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1">
                <a:solidFill>
                  <a:srgbClr val="555555"/>
                </a:solidFill>
              </a:rPr>
              <a:t>Internet é uma rede específica — muito grande.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NOME JÁ CONTA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INTER + NET = entre redes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8813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Várias redes locais no mundo inteiro.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Conectadas entre si através de provedores.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Se o provedor cai, cada rede local continua funcionando por dentro —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só não fala com o mundo lá fora.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QUE MUDA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Rede local × Internet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560320"/>
          <a:ext cx="10881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931920"/>
                <a:gridCol w="3931920"/>
              </a:tblGrid>
              <a:tr h="6949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Coisa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Sem internet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Com internet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Onde a informação vai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Dentro da casa/local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Pro outro lado do mundo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Quem cuida da estrada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Você (rede local)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O provedor da internet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Quando cai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Você conserta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Pode ser você OU o provedor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Custa mensalidade?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A rede em si, 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O acesso à internet, sim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A PEGADINHA DO VOCABULÁRIO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Como descobrir onde tá o problema em 3 perguntas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</a:rPr>
              <a:t>CLIENTE: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1A1A1A"/>
                </a:solidFill>
              </a:rPr>
              <a:t>"Não tenho internet."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</a:rPr>
              <a:t>VOCÊ: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1A1A1A"/>
                </a:solidFill>
              </a:rPr>
              <a:t>"O Wi-Fi conecta?"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</a:rPr>
              <a:t>CLIENTE: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1A1A1A"/>
                </a:solidFill>
              </a:rPr>
              <a:t>"Conecta."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5C5C"/>
                </a:solidFill>
              </a:rPr>
              <a:t>→ Rede local funcionando. Problema é da internet do provedor.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OS TRÊS CAMINHOS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Como o aparelho chega até uma rede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3657600" cy="2560320"/>
          </a:xfrm>
          <a:prstGeom prst="round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WI-FI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Sem fio até o roteador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657600" cy="2560320"/>
          </a:xfrm>
          <a:prstGeom prst="round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31089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CABO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9319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Com fio até o roteador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743200"/>
            <a:ext cx="3657600" cy="2560320"/>
          </a:xfrm>
          <a:prstGeom prst="round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31089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DADOS MÓVEIS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39319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Até a antena da operadora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88B1A"/>
                </a:solidFill>
              </a:rPr>
              <a:t>Nenhum dos três É internet.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555555"/>
                </a:solidFill>
              </a:rPr>
              <a:t>Todos são caminhos até uma rede.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UM DE CADA VEZ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WI-FI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Sem fio até o roteador. Só isso.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O que faz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Conecta o celular ou notebook ao roteador, sem fio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Cria internet?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Não. É só o caminho.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Quando falha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Wi-Fi conecta e nada abre → apareceu o triângulo com exclamação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A rede da casa tá OK, mas o roteador não tá recebendo 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UM DE CADA VEZ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CABO DE REDE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Mesma coisa que Wi-Fi, com fio.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O que faz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Conecta o computador ao roteador, com fio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Vantagens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Mais estável, mais rápido, sem interferência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É o que o técnico usa quando o Wi-Fi não dá conta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Quando falha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Se o roteador do outro lado não tem internet, o cabo tá lá, mas nada abre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UM DE CADA VEZ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DADOS MÓVEIS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O caminho que costuma vir com internet junto.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O que faz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Conecta o celular à antena da operadora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Por que é diferente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A operadora vende a internet junto com o sinal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Único dos três em que 'ligou = tem internet' costuma valer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Mas mesmo aqui tem separação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Sem sinal → não pega. Sem pacote → sinal fica, internet foi. Operadora com defeito → sinal e nada abre.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DE UMA OLHADA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quadro dos três caminhos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56032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00400"/>
                <a:gridCol w="2194560"/>
                <a:gridCol w="3291840"/>
              </a:tblGrid>
              <a:tr h="8229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Caminho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 que faz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Cria internet?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Depende de quê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Wi-Fi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Liga o aparelho ao roteador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Do roteador ter internet do provedor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Cabo de rede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Liga o aparelho ao roteador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Do roteador ter internet do provedor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Dados móveis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Liga o celular à antena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Não, mas vem junto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Da operadora ter sinal e pacote ativo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88B1A"/>
                </a:solidFill>
              </a:rPr>
              <a:t>Nenhum dos três é internet. Todos são caminhos.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Um celular, quatro cenários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8813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1. Só Wi-Fi ligado → funciona (o roteador tem internet)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2. Só dados móveis → funciona (a operadora tem internet)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3. Wi-Fi + dados móveis → o celular escolhe o Wi-Fi (não gasta pacote)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4. Modo avião → nada funciona (todos os caminhos fechados)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B5C5C"/>
                </a:solidFill>
              </a:rPr>
              <a:t>O celular tá o tempo todo escolhendo por qual caminho vai.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555555"/>
                </a:solidFill>
              </a:rPr>
              <a:t>Você só precisa saber que os caminhos são separados.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OS ÍCONES DO CELULAR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Um relatório em miniatura no canto de cima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8813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1A1A1A"/>
                </a:solidFill>
              </a:rPr>
              <a:t>Se você aprender a ler os quatro ícones que importam,</a:t>
            </a:r>
          </a:p>
          <a:p>
            <a:pPr algn="ctr"/>
            <a:r>
              <a:rPr sz="2200" b="0" i="0">
                <a:solidFill>
                  <a:srgbClr val="1A1A1A"/>
                </a:solidFill>
              </a:rPr>
              <a:t>resolve metade do chamado antes de perguntar qualquer coisa ao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555555"/>
                </a:solidFill>
              </a:rPr>
              <a:t>Nas próximas quatro telas: um ícone por vez.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ÍCONE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BARRAS DE SINAL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Sinal da antena da operadora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Quantas barras acesas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Força do sinal da operadora chegando no celular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Tem letra do lado (4G, 5G)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Dados móveis estão ligados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Sem letra do lado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Pega ligação, mas não passa internet pela operadora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ÍCONE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SINAL DE WI-FI (arco de curvas)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Conectado num Wi-Fi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O que ele diz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O celular está conectado a algum Wi-Fi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Quantas curvinhas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Quão perto do roteador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O que ele NÃO diz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Nada sobre se a internet do outro lado do roteador está funcionando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ÍCONE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TRIÂNGULO COM EXCLAMAÇÃO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O ícone mais importante deste curso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10881360" cy="2286000"/>
          </a:xfrm>
          <a:prstGeom prst="roundRect">
            <a:avLst/>
          </a:prstGeom>
          <a:solidFill>
            <a:srgbClr val="FFF2EF"/>
          </a:solidFill>
          <a:ln w="30000">
            <a:solidFill>
              <a:srgbClr val="C53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1">
                <a:solidFill>
                  <a:srgbClr val="C5362B"/>
                </a:solidFill>
              </a:rPr>
              <a:t>"Estou conectado, mas não consigo abrir nada."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É o caso mais comum de chamado de casa.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Rede da casa: funcionando.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Internet do provedor: com problema.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</a:rPr>
              <a:t>Se o cliente mandar foto desse ícone antes de você sair, você já sabe o que vai encontrar.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ÍCONE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MODO AVIÃO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Desliga tudo de uma vez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O que ele desliga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Wi-Fi, dados móveis, sinal de ligação, Bluetooth (às vezes)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Quando aparece por engano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Cliente encostou no botão sem querer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Aparelho ligou em modo avião por rotina de bateria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A primeira pergunta pro cliente 'sem sinal'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"Você tá com o aviãozinho ligado?"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JOGO DO ÍCONE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Qual ícone o celular do cliente está mostrando?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1. "Liguei no Wi-Fi de casa mas o WhatsApp não abre."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→ Wi-Fi aceso + triângulo com exclamação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2. "Saí de casa e o WhatsApp continua funcionando."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→ Sem Wi-Fi + barras com 4G ou 5G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3. "Meu celular tá sem nada."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→ Modo avião, lugar sem sinal, ou desligado. Uma pergunta resolve.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4. "Tô no Wi-Fi do vizinho e não abre nada."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→ Wi-Fi aceso + triângulo. Rede do vizinho sem internet.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40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Separar as palavras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1. Equipes de 3 ou 4 pessoas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2. Cada aluno preenche a folha individualmente (15 min)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3. Discussão em equipe (10 min)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4. Rodada aberta: professor escolhe 6 cenários e a turma debate (15 min)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Regra da prática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Hoje ninguém resolve nada.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Hoje é só separar: o problema tá na rede ou na internet?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RESUMO DA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Quatro ideias que ficam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8813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• Rede é conexão entre coisas.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• Internet é a rede das redes.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• Wi-Fi, cabo e dados móveis são caminhos até uma rede.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• Os ícones do celular contam a história antes de qualquer pergunta.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FECHANDO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Cinco perguntas para conferir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1. Rede e internet: qual vem primeiro?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2. Cite uma rede que funciona sem internet.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3. Wi-Fi é a mesma coisa que internet?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4. Ícone: Wi-Fi aceso + triângulo com exclamação. O que quer dizer?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5. Cliente sem sinal nenhum. Qual é a sua primeira pergunta?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QUE FICA DESTA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Cinco coisas para levar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• Rede é conexão entre coisas. Nem toda rede é internet.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• Internet é a rede das redes. Precisa de provedor.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• Wi-Fi e cabo são caminhos até o roteador. Dados móveis é caminho até a antena da operadora.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• Só dados móveis costuma vir com internet junto — os outros dois dependem do roteador estar conectado.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• Quando o cliente diz "sem internet", separe: é rede da casa, ou é internet do provedor?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PARA A PRÓXIMA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Duas tarefas simples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• Preste atenção nos ícones do seu celular esta semana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   — anote duas vezes por dia o que apareceu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Se em algum momento você ficou "sem internet",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   tente descobrir por qual caminho falhou (Wi-Fi? dados móveis?)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Se tiver um roteador em casa,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   tire uma foto da traseira e do embaixo dele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Na próxima noite: os cinco equipamentos de rede, com a mão neles.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
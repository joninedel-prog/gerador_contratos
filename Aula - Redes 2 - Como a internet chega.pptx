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0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88B1A"/>
                </a:solidFill>
              </a:rPr>
              <a:t>NOITE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</a:rPr>
              <a:t>COMO A INTERNET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</a:rPr>
              <a:t>CHEGA ATÉ VOCÊ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FFFFFF"/>
                </a:solidFill>
              </a:rPr>
              <a:t>Do cabo da rua até a tela do celular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35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</a:rPr>
              <a:t>Redes de Computadores · Curso FIC · CEJA Itapiranga – SC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RETOMADA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 que ficou da noite passada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1.  Wi-Fi é a mesma coisa que internet?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2.  Dá para ter rede sem internet?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3.  O que os dados móveis têm de diferente?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4.  O que significa o ícone com sinal de exclamação?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5.  Quem trouxe a ficha do roteador preenchida?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555555"/>
                </a:solidFill>
              </a:rPr>
              <a:t>Cinco minutos. Se a turma travar em alguma, retome ali mesmo antes de seguir.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A PERGUNTA DA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De onde vem essa internet?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1A1A1A"/>
                </a:solidFill>
              </a:rPr>
              <a:t>O cliente aponta para a caixinha na parede</a:t>
            </a:r>
          </a:p>
          <a:p>
            <a:pPr algn="l"/>
            <a:r>
              <a:rPr sz="2200" b="0" i="1">
                <a:solidFill>
                  <a:srgbClr val="1A1A1A"/>
                </a:solidFill>
              </a:rPr>
              <a:t>e diz: "a internet está aí dentro".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840480"/>
            <a:ext cx="10881360" cy="2103120"/>
          </a:xfrm>
          <a:prstGeom prst="roundRect">
            <a:avLst/>
          </a:prstGeom>
          <a:solidFill>
            <a:srgbClr val="FFFFFF"/>
          </a:solidFill>
          <a:ln w="25000">
            <a:solidFill>
              <a:srgbClr val="E88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2336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A verdade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Naquela caixinha não tem internet nenhuma.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Tem só a ponta de um caminho muito longo.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CAMINHO COMPLETO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Seis etapas, sempre as mesmas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651760"/>
            <a:ext cx="1783080" cy="2377440"/>
          </a:xfrm>
          <a:prstGeom prst="round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SERVIDOR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840480"/>
            <a:ext cx="169163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Máquina que guarda o site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2651760"/>
            <a:ext cx="1783080" cy="2377440"/>
          </a:xfrm>
          <a:prstGeom prst="round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0" y="27432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BACKBONE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3840480"/>
            <a:ext cx="169163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Fibras de longa distância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2651760"/>
            <a:ext cx="1783080" cy="2377440"/>
          </a:xfrm>
          <a:prstGeom prst="round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27432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PROVEDOR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840480"/>
            <a:ext cx="169163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Central na sua cidade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651760"/>
            <a:ext cx="1783080" cy="2377440"/>
          </a:xfrm>
          <a:prstGeom prst="round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0" y="27432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 RUA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3840480"/>
            <a:ext cx="169163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Fibra no poste até você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55279" y="2651760"/>
            <a:ext cx="1783080" cy="2377440"/>
          </a:xfrm>
          <a:prstGeom prst="round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79" y="27432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SUA CASA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3840480"/>
            <a:ext cx="169163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Caixinha e roteador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84080" y="2651760"/>
            <a:ext cx="1783080" cy="2377440"/>
          </a:xfrm>
          <a:prstGeom prst="round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0" y="27432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APARELHO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9800" y="3840480"/>
            <a:ext cx="169163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Cabo ou Wi-Fi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0B5C5C"/>
                </a:solidFill>
              </a:rPr>
              <a:t>Etapas 1 a 3 são com o PROVEDOR    ·    Etapas 4, 5, 6 são o SEU TRABALHO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</a:rPr>
              <a:t>Saber de que lado está o problema é metade do atendimento.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A DIVISÃO QUE IMPORTA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Onde o seu trabalho começa e termina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 i="1">
                <a:solidFill>
                  <a:srgbClr val="1A1A1A"/>
                </a:solidFill>
              </a:rPr>
              <a:t>É por isso que o vizinho pode estar sem internet e você não: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 i="1">
                <a:solidFill>
                  <a:srgbClr val="1A1A1A"/>
                </a:solidFill>
              </a:rPr>
              <a:t>cada casa tem o seu drop, saindo da mesma caixa no poste.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108813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•  Etapas 1, 2, 3 (servidor, backbone, provedor)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Quando o problema é aqui, não adianta reiniciar roteador nenhum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•  Etapas 4, 5, 6 (rua, casa, aparelho)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É onde o técnico de campo atua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OS BICHOS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Quem é quem numa rede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B5C5C"/>
                </a:solidFill>
              </a:rPr>
              <a:t>MODEM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37744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Converte o sinal do provedor no sinal que a rede entende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7180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B5C5C"/>
                </a:solidFill>
              </a:rPr>
              <a:t>ROTEADOR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97180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Cria a rede da casa e decide para onde cada informação vai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661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B5C5C"/>
                </a:solidFill>
              </a:rPr>
              <a:t>SWITCH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56616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Aumenta o número de portas de cabo. Não cria rede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1605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B5C5C"/>
                </a:solidFill>
              </a:rPr>
              <a:t>PONTO DE ACESSO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416052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Leva o sinal sem fio onde o roteador não alcança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7548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B5C5C"/>
                </a:solidFill>
              </a:rPr>
              <a:t>PLACA DE REDE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475488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Onde o cabo entra no computador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3492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E88B1A"/>
                </a:solidFill>
              </a:rPr>
              <a:t>+ CABO DE REDE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534924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O que liga todos eles. Não cria rede, mas é o que mais dá defeito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555555"/>
                </a:solidFill>
              </a:rPr>
              <a:t>Cinco equipamentos e o fio que liga todos eles. Um de cada vez.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UM DE CADA VEZ ·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MODEM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555555"/>
                </a:solidFill>
              </a:rPr>
              <a:t>O tradutor. Converte o sinal que vem da rua.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O que faz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Pega a luz da fibra (ou o sinal do cabo) e entrega algo que o roteador entende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Quantas portas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Uma só, de saída. Ele não distribui nada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Cria rede?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Não. Sozinho, ele atende um aparelho e só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E88B1A"/>
                </a:solidFill>
              </a:rPr>
              <a:t>Modem traduz. Quem distribui é o roteador.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UM DE CADA VEZ 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ROTEADOR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555555"/>
                </a:solidFill>
              </a:rPr>
              <a:t>O distribuidor. É ele que cria a rede da casa.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O que faz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Recebe uma conexão e divide entre todos os aparelhos, por cabo e sem fio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Como decide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Guarda quem é quem na rede e manda cada resposta para o aparelho certo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Tem senha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Duas: a da rede sem fio e a de administração do aparelho. SÃO DIFERENTES.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E88B1A"/>
                </a:solidFill>
              </a:rPr>
              <a:t>Sem roteador, um aparelho só. Com roteador, a casa inteira.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UM DE CADA VEZ ·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SWITCH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555555"/>
                </a:solidFill>
              </a:rPr>
              <a:t>Um multiplicador de portas. E só isso.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</a:rPr>
              <a:t>O que faz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Transforma uma porta de cabo em quatro, oito, dezesseis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O que NÃO faz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Não cria rede, não distribui internet sozinho, não tem Wi-Fi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Como diferenciar do roteador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Olhem a traseira: roteador tem uma porta diferente (WAN). Switch tem todas iguais.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Switch sem roteador não dá internet a ninguém. É extensão de porta.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UM DE CADA VEZ ·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PONTO DE ACESSO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555555"/>
                </a:solidFill>
              </a:rPr>
              <a:t>Leva o sinal sem fio onde o roteador não alcança.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</a:rPr>
              <a:t>O que faz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Cria mais um ponto de Wi-Fi, ligado na mesma rede da casa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Como se liga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O ideal é por cabo até o roteador. Assim o sinal não perde força.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O repetidor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Faz parecido, mas sem cabo — repete o que recebe pelo ar, e perde velocidade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Levar cabo até um ponto de acesso resolve melhor que empilhar repetidor.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UM DE CADA VEZ ·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PLACA DE REDE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555555"/>
                </a:solidFill>
              </a:rPr>
              <a:t>A porta de entrada da rede dentro do computador.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Onde fica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Integrada na placa-mãe, na traseira do gabinete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As luzinhas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Uma acesa fixa = cabo com sinal. A outra pisca = tráfego passando.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Se queimar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Resolve com uma placa de rede USB, que custa pouco.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A luzinha piscando na traseira é a primeira coisa a olhar num chamado.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E O QUE LIGA TUDO · +1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CABO DE REDE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555555"/>
                </a:solidFill>
              </a:rPr>
              <a:t>Não é equipamento. É o caminho entre eles.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O que faz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Leva o sinal de um aparelho a outro: modem → roteador → switch → computador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Por dentro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8 fios em 4 pares trançados, com conector RJ45 nas pontas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Onde está escrito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Na própria capa: fabricante, categoria (Cat5e, Cat6) e a metragem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Não cria rede — mas é o item que mais dá defeito. Nas Noites 3, 4 e 5 ele é o assunto.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DE UMA OLHADA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 quadro dos cinco (+ o cabo)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377440"/>
          <a:ext cx="108813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011680"/>
                <a:gridCol w="2286000"/>
                <a:gridCol w="3657600"/>
              </a:tblGrid>
              <a:tr h="509451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Equipamento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Cria rede?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Tem Wi-Fi?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Para que serve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Modem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Traduzir o sinal do provedor</a:t>
                      </a:r>
                    </a:p>
                  </a:txBody>
                  <a:tcPr/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Roteador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Sim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Quase sempre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Distribuir para a casa toda</a:t>
                      </a:r>
                    </a:p>
                  </a:txBody>
                  <a:tcPr/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Switch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Aumentar o número de portas</a:t>
                      </a:r>
                    </a:p>
                  </a:txBody>
                  <a:tcPr/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Ponto de acesso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Sim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Ampliar a cobertura sem fio</a:t>
                      </a:r>
                    </a:p>
                  </a:txBody>
                  <a:tcPr/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Placa de rede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Depende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Conectar a máquina à rede</a:t>
                      </a:r>
                    </a:p>
                  </a:txBody>
                  <a:tcPr/>
                </a:tc>
              </a:tr>
              <a:tr h="50945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+ Cabo de rede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Ligar os equipamentos entre si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E88B1A"/>
                </a:solidFill>
              </a:rPr>
              <a:t>Só um deles cria rede. Guardem isso.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ERRO NÚMERO 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A porta que é diferente das outras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0B5C5C"/>
                </a:solidFill>
              </a:rPr>
              <a:t>WAN         LAN     LAN     LAN     LAN</a:t>
            </a:r>
          </a:p>
          <a:p>
            <a:pPr algn="ctr"/>
            <a:r>
              <a:rPr sz="2200" b="1" i="0">
                <a:solidFill>
                  <a:srgbClr val="0B5C5C"/>
                </a:solidFill>
              </a:rPr>
              <a:t>entrada     saídas para os aparelhos da casa</a:t>
            </a:r>
          </a:p>
          <a:p>
            <a:pPr algn="ctr"/>
            <a:r>
              <a:rPr sz="2200" b="1" i="0">
                <a:solidFill>
                  <a:srgbClr val="0B5C5C"/>
                </a:solidFill>
              </a:rPr>
              <a:t>provedor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08813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Como reconhecer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Fica separada das outras, quase sempre de outra cor, e escrito WAN ou Internet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O que acontece se errar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Tudo conecta na rede normalmente, mas nada abre. Parece defeito e não é.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1">
                <a:solidFill>
                  <a:srgbClr val="C5362B"/>
                </a:solidFill>
              </a:rPr>
              <a:t>Confundir essas duas é o erro mais comum de quem instala roteador.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ONDE ESTÁ ESCRITO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Aprendendo a ler a etiqueta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03120"/>
          <a:ext cx="1088136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30936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Na etiqueta está escrito…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Quer dizer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Modelo · Ver: 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Nome do aparelho e versão do hardware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S/N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Número de série — único no mundo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MAC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Endereço físico da placa de rede (Noite 6)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SSID  ·  SSID _5G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Nome da rede de fábrica. Com "_5G" = duas faixas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Acesso Padrão / Página de Configuração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O que se digita no navegador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Energia: 12V ⎓ 1A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Tensão e corrente da fonte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N 300Mbps · AC1200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Velocidade máxima teórica do Wi-Fi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Dual Band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Wi-Fi em 2,4 GHz e em 5 GHz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Gigabit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Portas de cabo de 1000 Mbps (sem isso, em geral 100)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1">
                <a:solidFill>
                  <a:srgbClr val="E88B1A"/>
                </a:solidFill>
              </a:rPr>
              <a:t>Tire uma foto da etiqueta antes de pendurar o aparelho — tampando a senha.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E O CABO?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A etiqueta do cabo é a própria capa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0B5C5C"/>
                </a:solidFill>
              </a:rPr>
              <a:t>115 m   MEGATRON   CABO LAN   U/UTP   CAT5e   4P×24AWG   NBR 14703   ANATEL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743200"/>
          <a:ext cx="108813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7680960"/>
              </a:tblGrid>
              <a:tr h="444137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Pedaço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Quer dizer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115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Metragem naquele ponto do rolo — muda a cada metro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U/UTP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Sem blindagem. Blindado: F/UTP, S/FTP…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CAT5e / CAT6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Categoria: até quanto de velocidade aguenta com folga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4P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4 pares = 8 fios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24AWG / 23AWG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Espessura do cobre. Número MENOR = fio MAIS GROSSO</a:t>
                      </a:r>
                    </a:p>
                  </a:txBody>
                  <a:tcPr/>
                </a:tc>
              </a:tr>
              <a:tr h="44413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NBR 14703 · ANATEL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Segue a norma brasileira e é homologado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1">
                <a:solidFill>
                  <a:srgbClr val="E88B1A"/>
                </a:solidFill>
              </a:rPr>
              <a:t>Texto apagado? Ele se repete — procure um metro adiante.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SEM ABRIR NADA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As luzes do painel já contam a história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560320"/>
          <a:ext cx="108813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743200"/>
                <a:gridCol w="2743200"/>
                <a:gridCol w="2468880"/>
              </a:tblGrid>
              <a:tr h="6400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 luz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Acesa fixa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Piscando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Apagada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Power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Ligado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Sem energia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Internet / WAN (globo)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Internet chegando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Tentando conectar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Sem sinal do provedor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Wi-Fi 2,4 GHz / 5 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Wi-Fi ligado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Tráfego passando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Wi-Fi desligado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LAN 1 a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Cabo conectado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Dados passando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Nada ligado na porta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1">
                <a:solidFill>
                  <a:srgbClr val="C5362B"/>
                </a:solidFill>
              </a:rPr>
              <a:t>Luz de internet apagada: nem adianta mexer no computador. O problema está antes do roteador.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PRÁTICA · 45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Identificação e ficha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</a:rPr>
              <a:t>1.  Identificar cada equipamento e dizer o que faz  →  pág. 1, quadro 2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2.  Achar a porta WAN de cada roteador e explicar como reconheceu  →  pág. 2 e 3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3.  Contar as portas LAN e anotar  →  pág. 2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4.  Ler a etiqueta de dois roteadores e preencher a ficha  →  pág. 2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5.  Ligar o roteador e observar as luzes acendendo  →  pág. 3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6.  Ler a etiqueta dos dois modems de fibra  →  pág. 4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7.  Ler a capa de um cabo Cat5e e de um Cat6  →  pág. 5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8.  Trocar de bancada e conferir o que a outra equipe anotou  →  fim da pág.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1">
                <a:solidFill>
                  <a:srgbClr val="E88B1A"/>
                </a:solidFill>
              </a:rPr>
              <a:t>Hoje ninguém configura nada. Hoje é reconhecer, nomear e anotar.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CONFERINDO A FICHA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Os dois roteadores da bancada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94560"/>
          <a:ext cx="108813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11880"/>
                <a:gridCol w="3611880"/>
              </a:tblGrid>
              <a:tr h="509451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TL-WR840N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Archer C5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Velocidade do Wi-Fi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N 300 Mbps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AC1200</a:t>
                      </a:r>
                    </a:p>
                  </a:txBody>
                  <a:tcPr/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Faixas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Só 2,4 GHz (1 SSID)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Dual Band (SSID + _5G)</a:t>
                      </a:r>
                    </a:p>
                  </a:txBody>
                  <a:tcPr/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Portas de cabo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100 Mbps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Gigabit (1000 Mbps)</a:t>
                      </a:r>
                    </a:p>
                  </a:txBody>
                  <a:tcPr/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Alimentação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9V ⎓ 0,6A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12V ⎓ 1A</a:t>
                      </a:r>
                    </a:p>
                  </a:txBody>
                  <a:tcPr/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Endereço de configuração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tplinkwifi.net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tplinkwifi.net</a:t>
                      </a:r>
                    </a:p>
                  </a:txBody>
                  <a:tcPr/>
                </a:tc>
              </a:tr>
              <a:tr h="50945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Etiqueta do provedor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Sim — código de patrimônio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Sim — código de patrimônio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1">
                <a:solidFill>
                  <a:srgbClr val="E88B1A"/>
                </a:solidFill>
              </a:rPr>
              <a:t>Mesma marca, mesmo endereço — aparelhos bem diferentes.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CONFERINDO A FICHA · PÁG.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Pense como técnico · roteador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881360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1.  Como você reconheceu a porta WAN sem ninguém falar?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Separada das outras, de outra cor, escrito WAN ou Internet (ou um globo).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2.  A fonte de um roteador pode ser usada no outro?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NÃO. Um pede 9V, o outro 12V. Fonte errada pode queimar o aparelho — ou não ligar.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3.  Plano de 300 Mega, computador no cabo: qual dos dois indicar?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O Archer C5. As portas do 840N são de 100 Mbps: no cabo, o cliente nunca passa de ~94.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1">
                <a:solidFill>
                  <a:srgbClr val="C5362B"/>
                </a:solidFill>
              </a:rPr>
              <a:t>Ler a etiqueta antes evita troca de fonte errada e reclamação de velocidade.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CONFERINDO A FICHA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Os dois modems de fibra (ONU)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94560"/>
          <a:ext cx="10881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023360"/>
                <a:gridCol w="3566160"/>
              </a:tblGrid>
              <a:tr h="54864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HG6143D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AN5506-02-B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Marca / tipo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FiberHome · GPON ONU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FiberHome · GPON ONU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Tem Wi-Fi?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Sim, Dual Band (fh_… e fh_…_5G)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Não — sem SSID na etiqueta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Alimentação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12V ⎓ 1,5A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12V ⎓ 1A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Acesso de configuração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192.168.1.1 · user / user1234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Não traz na etiqueta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Identidade pro provedor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GPON SN: FHTT…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S/N: FHTT…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1">
                <a:solidFill>
                  <a:srgbClr val="E88B1A"/>
                </a:solidFill>
              </a:rPr>
              <a:t>Mesma marca, mesma tensão — e só um deles tem Wi-Fi.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CONFERINDO A FICHA · PÁG.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Pense como técnico · modem de fibra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881360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</a:rPr>
              <a:t>1.  O cliente tem o AN5506-02-B e quer Wi-Fi. O que falta? Onde vai ligado?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   Um roteador. O cabo sai da porta LAN da ONU e entra na porta WAN do roteador.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2.  A fonte de um modem serve no outro?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   Os dois são 12V. A de 1,5A liga o AN5506 (sobra corrente, ele só puxa o que precisa).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   A de 1A no HG6143D NÃO serve: falta corrente, ele reinicia ou esquenta a fonte.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3.  A ONU queimou e você levou outra. O que o provedor vai pedir? Por quê?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   O número de série (GPON SN). É por ele que o provedor reconhece e libera o aparelho.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1">
                <a:solidFill>
                  <a:srgbClr val="C5362B"/>
                </a:solidFill>
              </a:rPr>
              <a:t>Tensão tem que ser igual. Corrente da fonte: igual ou maior.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CONFERINDO A FICHA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Cat5e × Cat6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94560"/>
          <a:ext cx="108813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743200"/>
                <a:gridCol w="5212080"/>
              </a:tblGrid>
              <a:tr h="5334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Cat5e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Cat6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Velocidade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Até 1 Gbps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1 Gbps com mais folga (10 Gbps em trechos curtos)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Distância máxima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100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100 m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Bitola mais comum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24AWG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23AWG (fio mais grosso)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Por dentro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Pares soltos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Muitas vezes tem um separador plástico (cruzeta)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Espessura do cabo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Mais fino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Mais grosso e mais duro de dobrar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Plano de 1 Giga com Cat5e na parede: bem instalado e até 100 m, serve. Cat6 é pra obra nova.</a:t>
            </a:r>
          </a:p>
          <a:p>
            <a:pPr algn="ctr"/>
            <a:r>
              <a:rPr sz="1400" b="1" i="0">
                <a:solidFill>
                  <a:srgbClr val="E88B1A"/>
                </a:solidFill>
              </a:rPr>
              <a:t>Metragem: ponta B − ponta A = comprimento do pedaço.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PRÁTICA ·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Role-play: Cliente × Técnico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Duplas. Um é o cliente, outro é o técnico.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Dupla recebe um cartão de chamado (o técnico NÃO vê)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Cliente lê e representa o cliente de verdade — sem vocabulário técnico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Técnico faz 3-4 perguntas, aponta o equipamento com problema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   e diz o que investigaria primeiro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Depois: troca de papéis, novo cartão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Discussão coletiva: 3 duplas contam qual foi o chamado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MÉTODO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 que o técnico verifica ao chegar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</a:rPr>
              <a:t>1.  A luz de fibra ou internet está acesa? Se não, o problema é antes do roteador</a:t>
            </a:r>
          </a:p>
          <a:p>
            <a:pPr algn="l"/>
            <a:r>
              <a:rPr sz="1400" b="0" i="0">
                <a:solidFill>
                  <a:srgbClr val="1A1A1A"/>
                </a:solidFill>
              </a:rPr>
              <a:t>2.  Os cabos estão firmes, com clique? Cabo meio solto é campeão de chamado</a:t>
            </a:r>
          </a:p>
          <a:p>
            <a:pPr algn="l"/>
            <a:r>
              <a:rPr sz="1400" b="0" i="0">
                <a:solidFill>
                  <a:srgbClr val="1A1A1A"/>
                </a:solidFill>
              </a:rPr>
              <a:t>3.  O cabo do provedor está na porta WAN, e não numa LAN?</a:t>
            </a:r>
          </a:p>
          <a:p>
            <a:pPr algn="l"/>
            <a:r>
              <a:rPr sz="1400" b="0" i="0">
                <a:solidFill>
                  <a:srgbClr val="1A1A1A"/>
                </a:solidFill>
              </a:rPr>
              <a:t>4.  Outro aparelho conecta? Se só um falha, o problema é no aparelho</a:t>
            </a:r>
          </a:p>
          <a:p>
            <a:pPr algn="l"/>
            <a:r>
              <a:rPr sz="1400" b="0" i="0">
                <a:solidFill>
                  <a:srgbClr val="1A1A1A"/>
                </a:solidFill>
              </a:rPr>
              <a:t>5.  Conecta na rede mas não abre página? Aí é sinal do provedor</a:t>
            </a:r>
          </a:p>
          <a:p>
            <a:pPr algn="l"/>
            <a:r>
              <a:rPr sz="1400" b="0" i="0">
                <a:solidFill>
                  <a:srgbClr val="1A1A1A"/>
                </a:solidFill>
              </a:rPr>
              <a:t>6.  Desligar da tomada por 10 segundos e ligar resolveu? Registre que resolveu.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555555"/>
                </a:solidFill>
              </a:rPr>
              <a:t>Sempre na mesma ordem. Método evita retrabalho e troca desnecessária.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ENCENAR UM CHAMADO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Cliente × Técnico ao vivo, turma inteira assiste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•  Professor escolhe 2 alunos: 1 cliente, 1 técnico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Professor sussurra o defeito só pro cliente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Técnico faz perguntas na ordem do método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Turma assiste e ajuda quando o técnico trava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Defeitos que rolam bem: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   •  Cabo do provedor na porta LAN 3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   •  Cabo do computador solto no roteador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   •  Roteador foi resetado e perdeu configuração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DUELO RELÂMPAGO · 15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Time A × Time B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As perguntas de hoje giram em torno de: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•  Diferença entre os 5 equipamentos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•  Reconhecer a porta WAN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•  Ler as luzes do painel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•  Etapas 1-3 × etapas 4-6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•  Cenários de chamado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Resposta em 5 segundos. Alterna entre times.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RESUMO DA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Não tem internet dentro da caixinha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8813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•  Ela é só a ponta de um caminho que começa do outro lado do mundo.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Seu trabalho começa no poste da rua e termina na tela do cliente.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Tudo que vem antes disso é com o provedor.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FECHANDO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Seis perguntas para conferir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</a:rPr>
              <a:t>1.  Qual é a diferença entre modem e roteador?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2.  O switch cria rede? O que ele faz então?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3.  Como você reconhece a porta WAN num roteador que nunca viu?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4.  O que acontece se o cabo do provedor for ligado numa porta LAN?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5.  Por que o Wi-Fi do quarto costuma ser pior que o da sala?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6.  A luz de fibra está apagada. Onde está o problema?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QUE FICA DESTA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Cinco coisas para levar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8813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•  A internet vem de longe e passa por seis etapas até você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•  Só o roteador cria rede — os outros ajudam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•  A porta WAN é diferente, e trocar ela é o erro mais comum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•  A etiqueta embaixo tem tudo que o suporte vai pedir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•  As luzes do painel dizem onde está o problema antes de você abrir nada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PARA A PRÓXIMA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Por onde o sinal viaja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Uma tarefa simples: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Ler a etiqueta do roteador da sua casa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Anotar marca, modelo, velocidade do Wi-Fi e se é Dual Band (senha NÃO)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Senha não se anota nem se fotografa — tampe com o dedo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Trazer anotado — vamos comparar os aparelhos da turma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Quem não tem roteador em casa: olhe o de um parente ou vizinho.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
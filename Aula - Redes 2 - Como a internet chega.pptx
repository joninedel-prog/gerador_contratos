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389120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88B1A"/>
                </a:solidFill>
              </a:rPr>
              <a:t>NOITE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4630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COMO A INTERNET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3774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6400" b="1" i="0">
                <a:solidFill>
                  <a:srgbClr val="FFFFFF"/>
                </a:solidFill>
              </a:rPr>
              <a:t>CHEGA ATÉ VOCÊ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47472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FFFFFF"/>
                </a:solidFill>
              </a:rPr>
              <a:t>Do cabo da rua até a tela do celular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0350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555555"/>
                </a:solidFill>
              </a:rPr>
              <a:t>Redes de Computadores · Curso FIC · CEJA Itapiranga – SC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RETOMADA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ficou da noite passada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1.  Wi-Fi é a mesma coisa que internet?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2.  Dá para ter rede sem internet?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3.  O que os dados móveis têm de diferente?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4.  O que significa o ícone com sinal de exclamação?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5.  Quem trouxe a ficha do roteador preenchida?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94360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Cinco minutos. Se a turma travar em alguma, retome ali mesmo antes de seguir.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PERGUNTA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De onde vem essa internet?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0" i="1">
                <a:solidFill>
                  <a:srgbClr val="1A1A1A"/>
                </a:solidFill>
              </a:rPr>
              <a:t>O cliente aponta para a caixinha na parede</a:t>
            </a:r>
          </a:p>
          <a:p>
            <a:pPr algn="l"/>
            <a:r>
              <a:rPr sz="2200" b="0" i="1">
                <a:solidFill>
                  <a:srgbClr val="1A1A1A"/>
                </a:solidFill>
              </a:rPr>
              <a:t>e diz: "a internet está aí dentro".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840480"/>
            <a:ext cx="10881360" cy="2103120"/>
          </a:xfrm>
          <a:prstGeom prst="roundRect">
            <a:avLst/>
          </a:prstGeom>
          <a:solidFill>
            <a:srgbClr val="FFFFFF"/>
          </a:solidFill>
          <a:ln w="25000">
            <a:solidFill>
              <a:srgbClr val="E88B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10515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A verdade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Naquela caixinha não tem internet nenhuma.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Tem só a ponta de um caminho muito longo.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CAMINHO COMPLETO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Seis etapas, sempre as mesmas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SERVIDOR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Máquina que guarda o site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688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BACKBONE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5146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Fibras de longa distância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976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PROVEDOR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Central na sua cidade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 RUA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22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Fibra no poste até você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55279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5279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955279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SUA CASA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010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Caixinha e roteador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784080" y="2651760"/>
            <a:ext cx="1783080" cy="2377440"/>
          </a:xfrm>
          <a:prstGeom prst="round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784080" y="27432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784080" y="3200400"/>
            <a:ext cx="1783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</a:rPr>
              <a:t>APARELHO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829800" y="3840480"/>
            <a:ext cx="1691639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00" b="0" i="1">
                <a:solidFill>
                  <a:srgbClr val="FFFFFF"/>
                </a:solidFill>
              </a:rPr>
              <a:t>Cabo ou Wi-Fi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76072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0B5C5C"/>
                </a:solidFill>
              </a:rPr>
              <a:t>Etapas 1 a 3 são com o PROVEDOR    ·    Etapas 4, 5, 6 são o SEU TRABALHO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00" b="0" i="1">
                <a:solidFill>
                  <a:srgbClr val="555555"/>
                </a:solidFill>
              </a:rPr>
              <a:t>Saber de que lado está o problema é metade do atendimento.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A DIVISÃO QUE IMPORTA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Onde o seu trabalho começa e termina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</a:rPr>
              <a:t>É por isso que o vizinho pode estar sem internet e você não: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017520"/>
            <a:ext cx="108813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000" b="0" i="1">
                <a:solidFill>
                  <a:srgbClr val="1A1A1A"/>
                </a:solidFill>
              </a:rPr>
              <a:t>cada casa tem o seu drop, saindo da mesma caixa no poste.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114800"/>
            <a:ext cx="108813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Etapas 1, 2, 3 (servidor, backbone, provedor)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Quando o problema é aqui, não adianta reiniciar roteador nenhum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Etapas 4, 5, 6 (rua, casa, aparelho)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É onde o técnico de campo atua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OS BICHOS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Quem é quem numa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MODEM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931920" y="24688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Converte o sinal do provedor no sinal que a rede entende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546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ROTEADOR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31920" y="31546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Cria a rede da casa e decide para onde cada informação vai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8404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SWITCH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31920" y="38404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Aumenta o número de portas de cabo. Não cria rede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45262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PONTO DE ACESSO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31920" y="45262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Leva o sinal sem fio onde o roteador não alcança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21208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1" i="0">
                <a:solidFill>
                  <a:srgbClr val="0B5C5C"/>
                </a:solidFill>
              </a:rPr>
              <a:t>PLACA DE REDE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931920" y="5212080"/>
            <a:ext cx="75895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Onde o cabo entra no computador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Cinco nomes. Nas próximas telas, um de cada vez.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MODEM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O tradutor. Converte o sinal que vem da rua.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Pega a luz da fibra (ou o sinal do cabo) e entrega algo que o roteador entende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Quantas portas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Uma só, de saída. Ele não distribui nada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Cria rede?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Não. Sozinho, ele atende um aparelho e só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88B1A"/>
                </a:solidFill>
              </a:rPr>
              <a:t>Modem traduz. Quem distribui é o roteador.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ROTEADOR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O distribuidor. É ele que cria a rede da casa.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Recebe uma conexão e divide entre todos os aparelhos, por cabo e sem fio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Como decide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Guarda quem é quem na rede e manda cada resposta para o aparelho certo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Tem senha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Duas: a da rede sem fio e a de administração do aparelho. SÃO DIFERENTES.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E88B1A"/>
                </a:solidFill>
              </a:rPr>
              <a:t>Sem roteador, um aparelho só. Com roteador, a casa inteira.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SWITCH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Um multiplicador de portas. E só isso.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Transforma uma porta de cabo em quatro, oito, dezesseis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O que NÃO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Não cria rede, não distribui internet sozinho, não tem Wi-Fi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Como diferenciar do roteador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Olhem a traseira: roteador tem uma porta diferente (WAN). Switch tem todas iguais.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Switch sem roteador não dá internet a ninguém. É extensão de porta.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PONTO DE ACESSO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Leva o sinal sem fio onde o roteador não alcança.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Cria mais um ponto de Wi-Fi, ligado na mesma rede da casa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Como se liga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O ideal é por cabo até o roteador. Assim o sinal não perde força.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O repetidor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  Faz parecido, mas sem cabo — repete o que recebe pelo ar, e perde velocidade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Levar cabo até um ponto de acesso resolve melhor que empilhar repetidor.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UM DE CADA VEZ · 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PLACA DE REDE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1">
                <a:solidFill>
                  <a:srgbClr val="555555"/>
                </a:solidFill>
              </a:rPr>
              <a:t>A porta de entrada da rede dentro do computador.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60320"/>
            <a:ext cx="10881360" cy="3474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Onde fica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Integrada na placa-mãe, na traseira do gabinete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As luzinhas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Uma acesa fixa = cabo com sinal. A outra pisca = tráfego passando.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Se queimar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Resolve com uma placa de rede USB, que custa pouco.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E88B1A"/>
                </a:solidFill>
              </a:rPr>
              <a:t>A luzinha piscando na traseira é a primeira coisa a olhar num chamado.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DE UMA OLHADA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quadro dos cinco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474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011680"/>
                <a:gridCol w="2286000"/>
                <a:gridCol w="3657600"/>
              </a:tblGrid>
              <a:tr h="57912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Equipamento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Cria rede?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Tem Wi-Fi?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Para que serve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Modem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Traduzir o sinal do provedor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Roteador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Quase sempre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Distribuir para a casa toda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Switch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Aumentar o número de portas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Ponto de acesso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Sim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Ampliar a cobertura sem fio</a:t>
                      </a:r>
                    </a:p>
                  </a:txBody>
                  <a:tcPr/>
                </a:tc>
              </a:tr>
              <a:tr h="57912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Placa de rede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Depende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Conectar a máquina à rede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E88B1A"/>
                </a:solidFill>
              </a:rPr>
              <a:t>Só um deles cria rede. Guardem isso.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ERRO NÚMERO 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porta que é diferente das outras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0B5C5C"/>
                </a:solidFill>
              </a:rPr>
              <a:t>WAN         LAN     LAN     LAN     LAN</a:t>
            </a:r>
          </a:p>
          <a:p>
            <a:pPr algn="ctr"/>
            <a:r>
              <a:rPr sz="2200" b="1" i="0">
                <a:solidFill>
                  <a:srgbClr val="0B5C5C"/>
                </a:solidFill>
              </a:rPr>
              <a:t>entrada     saídas para os aparelhos da casa</a:t>
            </a:r>
          </a:p>
          <a:p>
            <a:pPr algn="ctr"/>
            <a:r>
              <a:rPr sz="2200" b="1" i="0">
                <a:solidFill>
                  <a:srgbClr val="0B5C5C"/>
                </a:solidFill>
              </a:rPr>
              <a:t>provedor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114800"/>
            <a:ext cx="108813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Como reconhecer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Fica separada das outras, quase sempre de outra cor, e escrito WAN ou Internet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O que acontece se errar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Tudo conecta na rede normalmente, mas nada abre. Parece defeito e não é.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Confundir essas duas é o erro mais comum de quem instala roteador.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ONDE ESTÁ ESCRITO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 etiqueta embaixo do aparelho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6309360"/>
              </a:tblGrid>
              <a:tr h="533400"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O que tem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</a:rPr>
                        <a:t>Para que serve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Nome de rede (SSID) de fábrica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Nome que aparece antes de alguém trocar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Senha do Wi-Fi de fábrica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Conectar na primeira vez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Usuário e senha de administração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Entram na configuração — OUTRA senha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Endereço de configuração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Número que se digita no navegador</a:t>
                      </a:r>
                    </a:p>
                  </a:txBody>
                  <a:tcPr/>
                </a:tc>
              </a:tr>
              <a:tr h="533400"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Modelo e número de série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0">
                          <a:solidFill>
                            <a:srgbClr val="1A1A1A"/>
                          </a:solidFill>
                        </a:rPr>
                        <a:t>O que o suporte do provedor vai pedir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Tire uma foto da etiqueta antes de pendurar o aparelho na parede.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SEM ABRIR NADA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As luzes do painel já contam a história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40080" y="2560320"/>
          <a:ext cx="108813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  <a:gridCol w="2651760"/>
              </a:tblGrid>
              <a:tr h="6400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 luz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Acesa fixa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Piscando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Apagada</a:t>
                      </a:r>
                    </a:p>
                  </a:txBody>
                  <a:tcPr>
                    <a:solidFill>
                      <a:srgbClr val="0B5C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Power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Ligado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energia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Fibra / Internet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Sinal chegando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Tentando conectar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Sem sinal do provedor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WLAN / Wi-Fi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ligado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Tráfego passando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Wi-Fi desligado</a:t>
                      </a:r>
                    </a:p>
                  </a:txBody>
                  <a:tcPr/>
                </a:tc>
              </a:tr>
              <a:tr h="64008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LAN 1 a 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Cabo conectado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Dados passando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A1A1A"/>
                          </a:solidFill>
                        </a:rPr>
                        <a:t>Nada ligado na porta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40080" y="603504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1">
                <a:solidFill>
                  <a:srgbClr val="C5362B"/>
                </a:solidFill>
              </a:rPr>
              <a:t>Luz de fibra apagada: nem adianta mexer no computador. O problema está antes.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45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Identificação e ficha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Identificar cada equipamento e dizer o que faz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Achar a porta WAN de cada roteador (e explicar como reconheceu)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Contar as portas LAN e anotar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 Ler a etiqueta e preencher a ficha (página 3 da folha)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5.  Ligar o roteador e observar as luzes acendendo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6.  Trocar de bancada e conferir o que a outra equipe anotou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7.  Apresentar 1 equipamento em 30 segundos pra turma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1">
                <a:solidFill>
                  <a:srgbClr val="E88B1A"/>
                </a:solidFill>
              </a:rPr>
              <a:t>Hoje ninguém configura nada. Hoje é reconhecer, nomear e anotar.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PRÁTICA · 30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Role-play: Cliente × Técnico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Duplas. Um é o cliente, outro é o técnico.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Dupla recebe um cartão de chamado (o técnico NÃO vê)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Cliente lê e representa o cliente de verdade — sem vocabulário técnico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Técnico faz 3-4 perguntas, aponta o equipamento com problema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e diz o que investigaria primeiro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Depois: troca de papéis, novo cartão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Discussão coletiva: 3 duplas contam qual foi o chamado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MÉTODO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O que o técnico verifica ao chegar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0" i="0">
                <a:solidFill>
                  <a:srgbClr val="1A1A1A"/>
                </a:solidFill>
              </a:rPr>
              <a:t>1.  A luz de fibra ou internet está acesa? Se não, o problema é antes do roteador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2.  Os cabos estão firmes, com clique? Cabo meio solto é campeão de chamado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3.  O cabo do provedor está na porta WAN, e não numa LAN?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4.  Outro aparelho conecta? Se só um falha, o problema é no aparelho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5.  Conecta na rede mas não abre página? Aí é sinal do provedor</a:t>
            </a:r>
          </a:p>
          <a:p>
            <a:pPr algn="l"/>
            <a:r>
              <a:rPr sz="1400" b="0" i="0">
                <a:solidFill>
                  <a:srgbClr val="1A1A1A"/>
                </a:solidFill>
              </a:rPr>
              <a:t>6.  Desligar da tomada por 10 segundos e ligar resolveu? Registre que resolveu.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0" i="1">
                <a:solidFill>
                  <a:srgbClr val="555555"/>
                </a:solidFill>
              </a:rPr>
              <a:t>Sempre na mesma ordem. Método evita retrabalho e troca desnecessária.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ENCENAR UM CHAMADO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Cliente × Técnico ao vivo, turma inteira assiste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•  Professor escolhe 2 alunos: 1 cliente, 1 técnico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Professor sussurra o defeito só pro cliente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Técnico faz perguntas na ordem do método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Turma assiste e ajuda quando o técnico trava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Defeitos que rolam bem: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Cabo do provedor na porta LAN 3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Cabo do computador solto no roteador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     •  Roteador foi resetado e perdeu configuração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DUELO RELÂMPAGO · 15 MIN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Time A × Time B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As perguntas de hoje giram em torno de: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Diferença entre os 5 equipamentos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Reconhecer a porta WAN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Ler as luzes do painel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Etapas 1-3 × etapas 4-6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     •  Cenários de chamado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Resposta em 5 segundos. Alterna entre times.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RESUMO DA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Não tem internet dentro da caixinha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000" b="0" i="0">
                <a:solidFill>
                  <a:srgbClr val="1A1A1A"/>
                </a:solidFill>
              </a:rPr>
              <a:t>•  Ela é só a ponta de um caminho que começa do outro lado do mundo.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Seu trabalho começa no poste da rua e termina na tela do cliente.</a:t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2000" b="0" i="0">
                <a:solidFill>
                  <a:srgbClr val="1A1A1A"/>
                </a:solidFill>
              </a:rPr>
              <a:t>•  Tudo que vem antes disso é com o provedor.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FECHANDO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Seis perguntas para conferir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0" i="0">
                <a:solidFill>
                  <a:srgbClr val="1A1A1A"/>
                </a:solidFill>
              </a:rPr>
              <a:t>1.  Qual é a diferença entre modem e roteador?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2.  O switch cria rede? O que ele faz então?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3.  Como você reconhece a porta WAN num roteador que nunca viu?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4.  O que acontece se o cabo do provedor for ligado numa porta LAN?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5.  Por que o Wi-Fi do quarto costuma ser pior que o da sala?</a:t>
            </a:r>
          </a:p>
          <a:p>
            <a:pPr algn="l"/>
            <a:r>
              <a:rPr sz="1600" b="0" i="0">
                <a:solidFill>
                  <a:srgbClr val="1A1A1A"/>
                </a:solidFill>
              </a:rPr>
              <a:t>6.  A luz de fibra está apagada. Onde está o problema?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O QUE FICA DESTA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Cinco coisas para levar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1088136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700" b="0" i="0">
                <a:solidFill>
                  <a:srgbClr val="1A1A1A"/>
                </a:solidFill>
              </a:rPr>
              <a:t>•  A internet vem de longe e passa por seis etapas até você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Só o roteador cria rede — os outros ajudam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porta WAN é diferente, e trocar ela é o erro mais comum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 etiqueta embaixo tem tudo que o suporte vai pedir</a:t>
            </a:r>
          </a:p>
          <a:p>
            <a:pPr algn="l"/>
            <a:r>
              <a:rPr sz="1700" b="0" i="0">
                <a:solidFill>
                  <a:srgbClr val="1A1A1A"/>
                </a:solidFill>
              </a:rPr>
              <a:t>•  As luzes do painel dizem onde está o problema antes de você abrir nada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365760"/>
            <a:ext cx="10881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88B1A"/>
                </a:solidFill>
              </a:rPr>
              <a:t>PARA A PRÓXIMA NOITE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85800"/>
            <a:ext cx="108813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0B5C5C"/>
                </a:solidFill>
              </a:rPr>
              <a:t>Por onde o sinal viaja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554480"/>
            <a:ext cx="10881360" cy="54864"/>
          </a:xfrm>
          <a:prstGeom prst="rect">
            <a:avLst/>
          </a:prstGeom>
          <a:solidFill>
            <a:srgbClr val="0B5C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560320"/>
            <a:ext cx="10881360" cy="3840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0" i="0">
                <a:solidFill>
                  <a:srgbClr val="1A1A1A"/>
                </a:solidFill>
              </a:rPr>
              <a:t>Uma tarefa simples: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Ler a etiqueta do roteador da sua casa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Anotar marca, modelo, velocidade do Wi-Fi e se é Dual Band (senha NÃO)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Senha não se anota nem se fotografa — tampe com o dedo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•  Trazer anotado — vamos comparar os aparelhos da turma</a:t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/>
            </a:r>
          </a:p>
          <a:p>
            <a:pPr algn="l"/>
            <a:r>
              <a:rPr sz="1500" b="0" i="0">
                <a:solidFill>
                  <a:srgbClr val="1A1A1A"/>
                </a:solidFill>
              </a:rPr>
              <a:t>Quem não tem roteador em casa: olhe o de um parente ou vizinho.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446520"/>
            <a:ext cx="10881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1">
                <a:solidFill>
                  <a:srgbClr val="555555"/>
                </a:solidFill>
              </a:rPr>
              <a:t>Redes de Computadores · Noite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
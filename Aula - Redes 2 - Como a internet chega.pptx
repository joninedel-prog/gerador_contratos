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3951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4F5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37160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INTERNET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85800" y="210312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CHEGA ATÉ VOCÊ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713232" y="3017520"/>
            <a:ext cx="1463040" cy="41148"/>
          </a:xfrm>
          <a:prstGeom prst="rect">
            <a:avLst/>
          </a:prstGeom>
          <a:solidFill>
            <a:srgbClr val="3E9BA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32004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BFD9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cabo da rua até a tela do celular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85800" y="437083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FB6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 de Computadores · Noite 2 · Curso FIC · CEJA Itapiranga – SC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3" name="Text 1"/>
          <p:cNvSpPr/>
          <p:nvPr/>
        </p:nvSpPr>
        <p:spPr>
          <a:xfrm>
            <a:off x="475488" y="237744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80" dirty="0">
                <a:solidFill>
                  <a:srgbClr val="3E9B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RETOMADA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75488" y="493776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ficou da noite passada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EDF4F4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312164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1216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A2E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1207008"/>
            <a:ext cx="753465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Wi-Fi é a mesma coisa que internet?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5488" y="178308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F6FAFA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" y="1888236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188823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A2E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05840" y="1783080"/>
            <a:ext cx="753465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 para ter rede sem internet?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75488" y="2359152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EDF4F4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464308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24643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A2E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005840" y="2359152"/>
            <a:ext cx="753465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os dados móveis têm de diferente?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75488" y="2935224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F6FAFA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4360" y="3040380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30403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A2E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05840" y="2935224"/>
            <a:ext cx="753465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significa o ícone com sinal de exclamação?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75488" y="3511296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EDF4F4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3616452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361645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A2E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005840" y="3511296"/>
            <a:ext cx="753465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trouxe a ficha do roteador preenchida?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75488" y="477774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1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minutos. Se a turma travar em alguma, retome ali mesmo antes de seguir.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3" name="Text 1"/>
          <p:cNvSpPr/>
          <p:nvPr/>
        </p:nvSpPr>
        <p:spPr>
          <a:xfrm>
            <a:off x="475488" y="237744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80" dirty="0">
                <a:solidFill>
                  <a:srgbClr val="3E9B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PERGUNTA DA NOITE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75488" y="493776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onde vem essa internet?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75488" y="1280160"/>
            <a:ext cx="8229600" cy="1097280"/>
          </a:xfrm>
          <a:prstGeom prst="roundRect">
            <a:avLst>
              <a:gd name="adj" fmla="val 5833"/>
            </a:avLst>
          </a:prstGeom>
          <a:solidFill>
            <a:srgbClr val="FDF0DC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8016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4A2E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cliente aponta para a caixinha na parede</a:t>
            </a:r>
            <a:endParaRPr lang="en-US" sz="20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4A2E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diz: "a internet está aí dentro".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75488" y="2606040"/>
            <a:ext cx="8229600" cy="548640"/>
          </a:xfrm>
          <a:prstGeom prst="roundRect">
            <a:avLst>
              <a:gd name="adj" fmla="val 8333"/>
            </a:avLst>
          </a:prstGeom>
          <a:solidFill>
            <a:srgbClr val="EDF4F4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" y="2606040"/>
            <a:ext cx="82296" cy="548640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60604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verdade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081528" y="2606040"/>
            <a:ext cx="5349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Naquela caixinha não tem internet nenhuma. Tem uma ponta de um caminho muito longo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75488" y="3209544"/>
            <a:ext cx="8229600" cy="548640"/>
          </a:xfrm>
          <a:prstGeom prst="roundRect">
            <a:avLst>
              <a:gd name="adj" fmla="val 8333"/>
            </a:avLst>
          </a:prstGeom>
          <a:solidFill>
            <a:srgbClr val="F6FAFA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" y="3209544"/>
            <a:ext cx="82296" cy="548640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3209544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vamos fazer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081528" y="3209544"/>
            <a:ext cx="5349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Percorrer esse caminho inteiro, do servidor até o celular na mão dele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75488" y="3813048"/>
            <a:ext cx="8229600" cy="548640"/>
          </a:xfrm>
          <a:prstGeom prst="roundRect">
            <a:avLst>
              <a:gd name="adj" fmla="val 8333"/>
            </a:avLst>
          </a:prstGeom>
          <a:solidFill>
            <a:srgbClr val="EDF4F4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" y="3813048"/>
            <a:ext cx="82296" cy="548640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381304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importa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081528" y="3813048"/>
            <a:ext cx="5349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dá problema, você precisa saber em que ponto do caminho olhar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5488" y="4526280"/>
            <a:ext cx="8229600" cy="530352"/>
          </a:xfrm>
          <a:prstGeom prst="roundRect">
            <a:avLst>
              <a:gd name="adj" fmla="val 8621"/>
            </a:avLst>
          </a:prstGeom>
          <a:solidFill>
            <a:srgbClr val="D9E8C7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4526280"/>
            <a:ext cx="7772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B5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enxerga o caminho inteiro não fica chutando na hora do defeito.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3" name="Text 1"/>
          <p:cNvSpPr/>
          <p:nvPr/>
        </p:nvSpPr>
        <p:spPr>
          <a:xfrm>
            <a:off x="475488" y="237744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80" dirty="0">
                <a:solidFill>
                  <a:srgbClr val="3E9B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 COMPLETO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75488" y="493776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etapas, sempre as mesmas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75488" y="1234440"/>
            <a:ext cx="1264920" cy="1463040"/>
          </a:xfrm>
          <a:prstGeom prst="roundRect">
            <a:avLst>
              <a:gd name="adj" fmla="val 5060"/>
            </a:avLst>
          </a:prstGeom>
          <a:solidFill>
            <a:srgbClr val="3B5227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289304"/>
            <a:ext cx="320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FC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508760"/>
            <a:ext cx="111861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SERVIDOR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1837944"/>
            <a:ext cx="1118616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00" dirty="0">
                <a:solidFill>
                  <a:srgbClr val="BFD9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máquina que guarda o site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722120" y="1856232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868424" y="1234440"/>
            <a:ext cx="1264920" cy="1463040"/>
          </a:xfrm>
          <a:prstGeom prst="roundRect">
            <a:avLst>
              <a:gd name="adj" fmla="val 5060"/>
            </a:avLst>
          </a:prstGeom>
          <a:solidFill>
            <a:srgbClr val="0B4F53"/>
          </a:solidFill>
          <a:ln/>
        </p:spPr>
      </p:sp>
      <p:sp>
        <p:nvSpPr>
          <p:cNvPr id="11" name="Text 9"/>
          <p:cNvSpPr/>
          <p:nvPr/>
        </p:nvSpPr>
        <p:spPr>
          <a:xfrm>
            <a:off x="1941576" y="1289304"/>
            <a:ext cx="320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FC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41576" y="1508760"/>
            <a:ext cx="111861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BACKBONE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941576" y="1837944"/>
            <a:ext cx="1118616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00" dirty="0">
                <a:solidFill>
                  <a:srgbClr val="BFD9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Fibras de longa distância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115056" y="1856232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61360" y="1234440"/>
            <a:ext cx="1264920" cy="1463040"/>
          </a:xfrm>
          <a:prstGeom prst="roundRect">
            <a:avLst>
              <a:gd name="adj" fmla="val 5060"/>
            </a:avLst>
          </a:prstGeom>
          <a:solidFill>
            <a:srgbClr val="0B4F53"/>
          </a:solidFill>
          <a:ln/>
        </p:spPr>
      </p:sp>
      <p:sp>
        <p:nvSpPr>
          <p:cNvPr id="16" name="Text 14"/>
          <p:cNvSpPr/>
          <p:nvPr/>
        </p:nvSpPr>
        <p:spPr>
          <a:xfrm>
            <a:off x="3334512" y="1289304"/>
            <a:ext cx="320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FC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334512" y="1508760"/>
            <a:ext cx="111861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PROVEDOR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334512" y="1837944"/>
            <a:ext cx="1118616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00" dirty="0">
                <a:solidFill>
                  <a:srgbClr val="BFD9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central na sua cidade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07992" y="1856232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54296" y="1234440"/>
            <a:ext cx="1264920" cy="1463040"/>
          </a:xfrm>
          <a:prstGeom prst="roundRect">
            <a:avLst>
              <a:gd name="adj" fmla="val 5060"/>
            </a:avLst>
          </a:prstGeom>
          <a:solidFill>
            <a:srgbClr val="1A7F86"/>
          </a:solidFill>
          <a:ln/>
        </p:spPr>
      </p:sp>
      <p:sp>
        <p:nvSpPr>
          <p:cNvPr id="21" name="Text 19"/>
          <p:cNvSpPr/>
          <p:nvPr/>
        </p:nvSpPr>
        <p:spPr>
          <a:xfrm>
            <a:off x="4727448" y="1289304"/>
            <a:ext cx="320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FC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727448" y="1508760"/>
            <a:ext cx="111861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RUA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727448" y="1837944"/>
            <a:ext cx="1118616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00" dirty="0">
                <a:solidFill>
                  <a:srgbClr val="BFD9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Fibra no poste até a sua casa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900928" y="1856232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47232" y="1234440"/>
            <a:ext cx="1264920" cy="1463040"/>
          </a:xfrm>
          <a:prstGeom prst="roundRect">
            <a:avLst>
              <a:gd name="adj" fmla="val 5060"/>
            </a:avLst>
          </a:prstGeom>
          <a:solidFill>
            <a:srgbClr val="1A7F86"/>
          </a:solidFill>
          <a:ln/>
        </p:spPr>
      </p:sp>
      <p:sp>
        <p:nvSpPr>
          <p:cNvPr id="26" name="Text 24"/>
          <p:cNvSpPr/>
          <p:nvPr/>
        </p:nvSpPr>
        <p:spPr>
          <a:xfrm>
            <a:off x="6120384" y="1289304"/>
            <a:ext cx="320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FC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0384" y="1508760"/>
            <a:ext cx="111861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CASA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120384" y="1837944"/>
            <a:ext cx="1118616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00" dirty="0">
                <a:solidFill>
                  <a:srgbClr val="BFD9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Caixinha e roteador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293864" y="1856232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440168" y="1234440"/>
            <a:ext cx="1264920" cy="1463040"/>
          </a:xfrm>
          <a:prstGeom prst="roundRect">
            <a:avLst>
              <a:gd name="adj" fmla="val 5060"/>
            </a:avLst>
          </a:prstGeom>
          <a:solidFill>
            <a:srgbClr val="3E9BA2"/>
          </a:solidFill>
          <a:ln/>
        </p:spPr>
      </p:sp>
      <p:sp>
        <p:nvSpPr>
          <p:cNvPr id="31" name="Text 29"/>
          <p:cNvSpPr/>
          <p:nvPr/>
        </p:nvSpPr>
        <p:spPr>
          <a:xfrm>
            <a:off x="7513320" y="1289304"/>
            <a:ext cx="320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FC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513320" y="1508760"/>
            <a:ext cx="111861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APARELHO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513320" y="1837944"/>
            <a:ext cx="1118616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00" dirty="0">
                <a:solidFill>
                  <a:srgbClr val="BFD9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Cabo ou Wi-Fi até você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5488" y="2926080"/>
            <a:ext cx="8229600" cy="530352"/>
          </a:xfrm>
          <a:prstGeom prst="roundRect">
            <a:avLst>
              <a:gd name="adj" fmla="val 8621"/>
            </a:avLst>
          </a:prstGeom>
          <a:solidFill>
            <a:srgbClr val="EDF4F4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5488" y="2926080"/>
            <a:ext cx="82296" cy="530352"/>
          </a:xfrm>
          <a:prstGeom prst="rect">
            <a:avLst/>
          </a:prstGeom>
          <a:solidFill>
            <a:srgbClr val="5C7176"/>
          </a:solidFill>
          <a:ln/>
        </p:spPr>
      </p:sp>
      <p:sp>
        <p:nvSpPr>
          <p:cNvPr id="36" name="Text 34"/>
          <p:cNvSpPr/>
          <p:nvPr/>
        </p:nvSpPr>
        <p:spPr>
          <a:xfrm>
            <a:off x="749808" y="2926080"/>
            <a:ext cx="23774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C71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Fora do seu alcance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264408" y="2926080"/>
            <a:ext cx="5166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 1, 2 e 3 — quando o problema é aqui, é o provedor que resolve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475488" y="3511296"/>
            <a:ext cx="8229600" cy="530352"/>
          </a:xfrm>
          <a:prstGeom prst="roundRect">
            <a:avLst>
              <a:gd name="adj" fmla="val 8621"/>
            </a:avLst>
          </a:prstGeom>
          <a:solidFill>
            <a:srgbClr val="F6FAFA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75488" y="3511296"/>
            <a:ext cx="82296" cy="530352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40" name="Text 38"/>
          <p:cNvSpPr/>
          <p:nvPr/>
        </p:nvSpPr>
        <p:spPr>
          <a:xfrm>
            <a:off x="749808" y="3511296"/>
            <a:ext cx="23774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seu trabalho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264408" y="3511296"/>
            <a:ext cx="5166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 4, 5 e 6 — é onde o técnico de campo atua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475488" y="4187952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EDF4F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4187952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Saber de que lado da linha está o problema é metade do atendimento.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3" name="Text 1"/>
          <p:cNvSpPr/>
          <p:nvPr/>
        </p:nvSpPr>
        <p:spPr>
          <a:xfrm>
            <a:off x="475488" y="237744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80" dirty="0">
                <a:solidFill>
                  <a:srgbClr val="3E9B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LONGE DE VOCÊ · ETAPAS 1 A 3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75488" y="493776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acontece antes de chegar na cidade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75488" y="1280160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7780">
            <a:solidFill>
              <a:srgbClr val="3B522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280160"/>
            <a:ext cx="100584" cy="822960"/>
          </a:xfrm>
          <a:prstGeom prst="rect">
            <a:avLst/>
          </a:prstGeom>
          <a:solidFill>
            <a:srgbClr val="3B5227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28016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5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SERVIDOR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081528" y="1280160"/>
            <a:ext cx="5349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computador num prédio, ligado na tomada, guardando o site que você abriu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5488" y="2194560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7780">
            <a:solidFill>
              <a:srgbClr val="0B4F5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194560"/>
            <a:ext cx="100584" cy="822960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219456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BACKBONE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081528" y="2194560"/>
            <a:ext cx="5349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fibras de longa distância que ligam cidades, estados e países. Passam por baixo do mar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75488" y="3108960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7780">
            <a:solidFill>
              <a:srgbClr val="1A7F8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5488" y="3108960"/>
            <a:ext cx="100584" cy="822960"/>
          </a:xfrm>
          <a:prstGeom prst="rect">
            <a:avLst/>
          </a:prstGeom>
          <a:solidFill>
            <a:srgbClr val="1A7F86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310896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7F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PROVEDOR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081528" y="3108960"/>
            <a:ext cx="5349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empresa da sua cidade. Compra acesso ao backbone e revende para os moradores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75488" y="4096512"/>
            <a:ext cx="8229600" cy="548640"/>
          </a:xfrm>
          <a:prstGeom prst="roundRect">
            <a:avLst>
              <a:gd name="adj" fmla="val 8333"/>
            </a:avLst>
          </a:prstGeom>
          <a:solidFill>
            <a:srgbClr val="FBEBE8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3" name="Text 1"/>
          <p:cNvSpPr/>
          <p:nvPr/>
        </p:nvSpPr>
        <p:spPr>
          <a:xfrm>
            <a:off x="475488" y="237744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80" dirty="0">
                <a:solidFill>
                  <a:srgbClr val="3E9B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PERTO DE VOCÊ · ETAPA 4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75488" y="493776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central até o poste da sua rua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75488" y="1371600"/>
            <a:ext cx="8229600" cy="493776"/>
          </a:xfrm>
          <a:prstGeom prst="roundRect">
            <a:avLst>
              <a:gd name="adj" fmla="val 9259"/>
            </a:avLst>
          </a:prstGeom>
          <a:solidFill>
            <a:srgbClr val="EDF4F4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3504" y="1463040"/>
            <a:ext cx="310896" cy="310896"/>
          </a:xfrm>
          <a:prstGeom prst="ellipse">
            <a:avLst/>
          </a:prstGeom>
          <a:solidFill>
            <a:srgbClr val="0B4F53"/>
          </a:solidFill>
          <a:ln/>
        </p:spPr>
      </p:sp>
      <p:sp>
        <p:nvSpPr>
          <p:cNvPr id="7" name="Text 5"/>
          <p:cNvSpPr/>
          <p:nvPr/>
        </p:nvSpPr>
        <p:spPr>
          <a:xfrm>
            <a:off x="603504" y="14630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42416" y="1371600"/>
            <a:ext cx="74980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central do provedor sai uma fibra grossa, com muitos fios dentro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5488" y="1956816"/>
            <a:ext cx="8229600" cy="493776"/>
          </a:xfrm>
          <a:prstGeom prst="roundRect">
            <a:avLst>
              <a:gd name="adj" fmla="val 9259"/>
            </a:avLst>
          </a:prstGeom>
          <a:solidFill>
            <a:srgbClr val="F6FAFA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" y="2048256"/>
            <a:ext cx="310896" cy="310896"/>
          </a:xfrm>
          <a:prstGeom prst="ellipse">
            <a:avLst/>
          </a:prstGeom>
          <a:solidFill>
            <a:srgbClr val="0B4F53"/>
          </a:solidFill>
          <a:ln/>
        </p:spPr>
      </p:sp>
      <p:sp>
        <p:nvSpPr>
          <p:cNvPr id="11" name="Text 9"/>
          <p:cNvSpPr/>
          <p:nvPr/>
        </p:nvSpPr>
        <p:spPr>
          <a:xfrm>
            <a:off x="603504" y="204825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42416" y="1956816"/>
            <a:ext cx="74980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 percorre a cidade pelos postes, junto com os cabos de energia e telefone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75488" y="2542032"/>
            <a:ext cx="8229600" cy="493776"/>
          </a:xfrm>
          <a:prstGeom prst="roundRect">
            <a:avLst>
              <a:gd name="adj" fmla="val 9259"/>
            </a:avLst>
          </a:prstGeom>
          <a:solidFill>
            <a:srgbClr val="EDF4F4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504" y="2633472"/>
            <a:ext cx="310896" cy="310896"/>
          </a:xfrm>
          <a:prstGeom prst="ellipse">
            <a:avLst/>
          </a:prstGeom>
          <a:solidFill>
            <a:srgbClr val="0B4F53"/>
          </a:solidFill>
          <a:ln/>
        </p:spPr>
      </p:sp>
      <p:sp>
        <p:nvSpPr>
          <p:cNvPr id="15" name="Text 13"/>
          <p:cNvSpPr/>
          <p:nvPr/>
        </p:nvSpPr>
        <p:spPr>
          <a:xfrm>
            <a:off x="603504" y="26334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42416" y="2542032"/>
            <a:ext cx="74980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caixas de emenda no poste, essa fibra é aberta e dividida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75488" y="3127248"/>
            <a:ext cx="8229600" cy="493776"/>
          </a:xfrm>
          <a:prstGeom prst="roundRect">
            <a:avLst>
              <a:gd name="adj" fmla="val 9259"/>
            </a:avLst>
          </a:prstGeom>
          <a:solidFill>
            <a:srgbClr val="F6FAFA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3504" y="3218688"/>
            <a:ext cx="310896" cy="310896"/>
          </a:xfrm>
          <a:prstGeom prst="ellipse">
            <a:avLst/>
          </a:prstGeom>
          <a:solidFill>
            <a:srgbClr val="0B4F53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" y="321868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42416" y="3127248"/>
            <a:ext cx="74980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lá sai uma fibra fina só sua, que atravessa a rua até a sua parede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75488" y="3712464"/>
            <a:ext cx="8229600" cy="493776"/>
          </a:xfrm>
          <a:prstGeom prst="roundRect">
            <a:avLst>
              <a:gd name="adj" fmla="val 9259"/>
            </a:avLst>
          </a:prstGeom>
          <a:solidFill>
            <a:srgbClr val="EDF4F4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3504" y="3803904"/>
            <a:ext cx="310896" cy="310896"/>
          </a:xfrm>
          <a:prstGeom prst="ellipse">
            <a:avLst/>
          </a:prstGeom>
          <a:solidFill>
            <a:srgbClr val="0B4F53"/>
          </a:solidFill>
          <a:ln/>
        </p:spPr>
      </p:sp>
      <p:sp>
        <p:nvSpPr>
          <p:cNvPr id="23" name="Text 21"/>
          <p:cNvSpPr/>
          <p:nvPr/>
        </p:nvSpPr>
        <p:spPr>
          <a:xfrm>
            <a:off x="603504" y="380390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42416" y="3712464"/>
            <a:ext cx="74980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 última parte, do poste até a casa, é o que o pessoal chama de drop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75488" y="4425696"/>
            <a:ext cx="8229600" cy="658368"/>
          </a:xfrm>
          <a:prstGeom prst="roundRect">
            <a:avLst>
              <a:gd name="adj" fmla="val 9722"/>
            </a:avLst>
          </a:prstGeom>
          <a:solidFill>
            <a:srgbClr val="0B4F53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4425696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por isso que o vizinho pode estar sem internet e você não.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475488" y="1115568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C71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Fibra é fina como um fio de cabelo. Se virem uma caixa aberta no poste, reparem.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3" name="Text 1"/>
          <p:cNvSpPr/>
          <p:nvPr/>
        </p:nvSpPr>
        <p:spPr>
          <a:xfrm>
            <a:off x="475488" y="237744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80" dirty="0">
                <a:solidFill>
                  <a:srgbClr val="3E9B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PERTO DE VOCÊ · ETAPA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75488" y="493776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o técnico instala na parede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75488" y="1234440"/>
            <a:ext cx="4041648" cy="1554480"/>
          </a:xfrm>
          <a:prstGeom prst="roundRect">
            <a:avLst>
              <a:gd name="adj" fmla="val 4118"/>
            </a:avLst>
          </a:prstGeom>
          <a:solidFill>
            <a:srgbClr val="F6FAFA"/>
          </a:solidFill>
          <a:ln w="16510">
            <a:solidFill>
              <a:srgbClr val="0B4F5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234440"/>
            <a:ext cx="4041648" cy="50292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7" name="Text 5"/>
          <p:cNvSpPr/>
          <p:nvPr/>
        </p:nvSpPr>
        <p:spPr>
          <a:xfrm>
            <a:off x="603504" y="1344168"/>
            <a:ext cx="37856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caixinha do provedor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03504" y="1655064"/>
            <a:ext cx="378561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Recebe a fibra e transforma a luz em sinal que o computador entende. O nome técnico é ONU ou ONT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234440"/>
            <a:ext cx="4041648" cy="1554480"/>
          </a:xfrm>
          <a:prstGeom prst="roundRect">
            <a:avLst>
              <a:gd name="adj" fmla="val 4118"/>
            </a:avLst>
          </a:prstGeom>
          <a:solidFill>
            <a:srgbClr val="F6FAFA"/>
          </a:solidFill>
          <a:ln w="16510">
            <a:solidFill>
              <a:srgbClr val="1A7F8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1234440"/>
            <a:ext cx="4041648" cy="50292"/>
          </a:xfrm>
          <a:prstGeom prst="rect">
            <a:avLst/>
          </a:prstGeom>
          <a:solidFill>
            <a:srgbClr val="1A7F86"/>
          </a:solidFill>
          <a:ln/>
        </p:spPr>
      </p:sp>
      <p:sp>
        <p:nvSpPr>
          <p:cNvPr id="11" name="Text 9"/>
          <p:cNvSpPr/>
          <p:nvPr/>
        </p:nvSpPr>
        <p:spPr>
          <a:xfrm>
            <a:off x="4791456" y="1344168"/>
            <a:ext cx="37856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7F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roteador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91456" y="1655064"/>
            <a:ext cx="378561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 esse sinal para todos os aparelhos da casa, por cabo e sem fio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5488" y="3118104"/>
            <a:ext cx="8229600" cy="530352"/>
          </a:xfrm>
          <a:prstGeom prst="roundRect">
            <a:avLst>
              <a:gd name="adj" fmla="val 8621"/>
            </a:avLst>
          </a:prstGeom>
          <a:solidFill>
            <a:srgbClr val="EDF4F4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5488" y="3118104"/>
            <a:ext cx="82296" cy="530352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3118104"/>
            <a:ext cx="2468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caixas ou uma só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55848" y="3118104"/>
            <a:ext cx="5074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 o provedor costuma entregar uma caixa só, que faz as duas coisas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75488" y="3703320"/>
            <a:ext cx="8229600" cy="530352"/>
          </a:xfrm>
          <a:prstGeom prst="roundRect">
            <a:avLst>
              <a:gd name="adj" fmla="val 8621"/>
            </a:avLst>
          </a:prstGeom>
          <a:solidFill>
            <a:srgbClr val="F6FAFA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5488" y="3703320"/>
            <a:ext cx="82296" cy="530352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3703320"/>
            <a:ext cx="2468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saber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355848" y="3703320"/>
            <a:ext cx="5074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tem antenas e portas de cabo, ela também é roteador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75488" y="4379976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FDF0DC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4379976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4A2E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Saber separar as duas funções é o que permite trocar só o roteador e manter a fibra.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3" name="Text 1"/>
          <p:cNvSpPr/>
          <p:nvPr/>
        </p:nvSpPr>
        <p:spPr>
          <a:xfrm>
            <a:off x="475488" y="237744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80" dirty="0">
                <a:solidFill>
                  <a:srgbClr val="3E9B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BICHOS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75488" y="493776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é quem numa rede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75488" y="1234440"/>
            <a:ext cx="8229600" cy="585216"/>
          </a:xfrm>
          <a:prstGeom prst="roundRect">
            <a:avLst>
              <a:gd name="adj" fmla="val 7813"/>
            </a:avLst>
          </a:prstGeom>
          <a:solidFill>
            <a:srgbClr val="EDF4F4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234440"/>
            <a:ext cx="82296" cy="585216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23444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MODEM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630168" y="1234440"/>
            <a:ext cx="4800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Converte o sinal do provedor no sinal que a rede entende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5488" y="1892808"/>
            <a:ext cx="8229600" cy="585216"/>
          </a:xfrm>
          <a:prstGeom prst="roundRect">
            <a:avLst>
              <a:gd name="adj" fmla="val 7813"/>
            </a:avLst>
          </a:prstGeom>
          <a:solidFill>
            <a:srgbClr val="F6FAFA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1892808"/>
            <a:ext cx="82296" cy="585216"/>
          </a:xfrm>
          <a:prstGeom prst="rect">
            <a:avLst/>
          </a:prstGeom>
          <a:solidFill>
            <a:srgbClr val="1A7F86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1892808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7F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ROTEADOR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630168" y="1892808"/>
            <a:ext cx="4800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a rede da casa e decide para onde cada informação vai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75488" y="2551176"/>
            <a:ext cx="8229600" cy="585216"/>
          </a:xfrm>
          <a:prstGeom prst="roundRect">
            <a:avLst>
              <a:gd name="adj" fmla="val 7813"/>
            </a:avLst>
          </a:prstGeom>
          <a:solidFill>
            <a:srgbClr val="EDF4F4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5488" y="2551176"/>
            <a:ext cx="82296" cy="585216"/>
          </a:xfrm>
          <a:prstGeom prst="rect">
            <a:avLst/>
          </a:prstGeom>
          <a:solidFill>
            <a:srgbClr val="3E9BA2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2551176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E9B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630168" y="2551176"/>
            <a:ext cx="4800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Aumenta o número de portas de cabo. Não cria rede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75488" y="3209544"/>
            <a:ext cx="8229600" cy="585216"/>
          </a:xfrm>
          <a:prstGeom prst="roundRect">
            <a:avLst>
              <a:gd name="adj" fmla="val 7813"/>
            </a:avLst>
          </a:prstGeom>
          <a:solidFill>
            <a:srgbClr val="F6FAFA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5488" y="3209544"/>
            <a:ext cx="82296" cy="585216"/>
          </a:xfrm>
          <a:prstGeom prst="rect">
            <a:avLst/>
          </a:prstGeom>
          <a:solidFill>
            <a:srgbClr val="3B5227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3209544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5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ACESSO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630168" y="3209544"/>
            <a:ext cx="4800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Leva o sinal sem fio onde o roteador não alcança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75488" y="3867912"/>
            <a:ext cx="8229600" cy="585216"/>
          </a:xfrm>
          <a:prstGeom prst="roundRect">
            <a:avLst>
              <a:gd name="adj" fmla="val 7813"/>
            </a:avLst>
          </a:prstGeom>
          <a:solidFill>
            <a:srgbClr val="EDF4F4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488" y="3867912"/>
            <a:ext cx="82296" cy="585216"/>
          </a:xfrm>
          <a:prstGeom prst="rect">
            <a:avLst/>
          </a:prstGeom>
          <a:solidFill>
            <a:srgbClr val="4A2E02"/>
          </a:solidFill>
          <a:ln/>
        </p:spPr>
      </p:sp>
      <p:sp>
        <p:nvSpPr>
          <p:cNvPr id="23" name="Text 21"/>
          <p:cNvSpPr/>
          <p:nvPr/>
        </p:nvSpPr>
        <p:spPr>
          <a:xfrm>
            <a:off x="749808" y="3867912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A2E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PLACA DE REDE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3630168" y="3867912"/>
            <a:ext cx="4800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o cabo entra no computador — vocês já viram na montagem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75488" y="477774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1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nomes. Nas próximas telas, um de cada vez.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3" name="Text 1"/>
          <p:cNvSpPr/>
          <p:nvPr/>
        </p:nvSpPr>
        <p:spPr>
          <a:xfrm>
            <a:off x="475488" y="237744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80" dirty="0">
                <a:solidFill>
                  <a:srgbClr val="3E9B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 CADA VEZ · 1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75488" y="493776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MODEM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75488" y="118872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0B4F53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1887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tradutor. Converte o sinal que vem da rua.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75488" y="2029968"/>
            <a:ext cx="8229600" cy="512064"/>
          </a:xfrm>
          <a:prstGeom prst="roundRect">
            <a:avLst>
              <a:gd name="adj" fmla="val 8929"/>
            </a:avLst>
          </a:prstGeom>
          <a:solidFill>
            <a:srgbClr val="EDF4F4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" y="2029968"/>
            <a:ext cx="82296" cy="512064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029968"/>
            <a:ext cx="2194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081528" y="2029968"/>
            <a:ext cx="5349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 a luz da fibra (ou o sinal do cabo) e entrega algo que o roteador entende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75488" y="2596896"/>
            <a:ext cx="8229600" cy="512064"/>
          </a:xfrm>
          <a:prstGeom prst="roundRect">
            <a:avLst>
              <a:gd name="adj" fmla="val 8929"/>
            </a:avLst>
          </a:prstGeom>
          <a:solidFill>
            <a:srgbClr val="F6FAFA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" y="2596896"/>
            <a:ext cx="82296" cy="512064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2596896"/>
            <a:ext cx="2194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Quantas portas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081528" y="2596896"/>
            <a:ext cx="5349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só, de saída. Ele não distribui nada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75488" y="3163824"/>
            <a:ext cx="8229600" cy="512064"/>
          </a:xfrm>
          <a:prstGeom prst="roundRect">
            <a:avLst>
              <a:gd name="adj" fmla="val 8929"/>
            </a:avLst>
          </a:prstGeom>
          <a:solidFill>
            <a:srgbClr val="EDF4F4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" y="3163824"/>
            <a:ext cx="82296" cy="512064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3163824"/>
            <a:ext cx="2194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rede?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081528" y="3163824"/>
            <a:ext cx="5349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Não. Sozinho, ele atende um aparelho e só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5488" y="3730752"/>
            <a:ext cx="8229600" cy="512064"/>
          </a:xfrm>
          <a:prstGeom prst="roundRect">
            <a:avLst>
              <a:gd name="adj" fmla="val 8929"/>
            </a:avLst>
          </a:prstGeom>
          <a:solidFill>
            <a:srgbClr val="F6FAFA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" y="3730752"/>
            <a:ext cx="82296" cy="512064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3730752"/>
            <a:ext cx="2194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você vê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081528" y="3730752"/>
            <a:ext cx="5349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caixinha branca presa na parede, com a fibra entrando por baixo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75488" y="438912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EDF4F4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3891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Modem traduz. Quem distribui é o roteador.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3" name="Text 1"/>
          <p:cNvSpPr/>
          <p:nvPr/>
        </p:nvSpPr>
        <p:spPr>
          <a:xfrm>
            <a:off x="475488" y="237744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80" dirty="0">
                <a:solidFill>
                  <a:srgbClr val="3E9B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 CADA VEZ · 2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75488" y="493776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ROTEADOR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75488" y="118872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1A7F86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1887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distribuidor. É ele que cria a rede da casa.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75488" y="2029968"/>
            <a:ext cx="8229600" cy="512064"/>
          </a:xfrm>
          <a:prstGeom prst="roundRect">
            <a:avLst>
              <a:gd name="adj" fmla="val 8929"/>
            </a:avLst>
          </a:prstGeom>
          <a:solidFill>
            <a:srgbClr val="EDF4F4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" y="2029968"/>
            <a:ext cx="82296" cy="512064"/>
          </a:xfrm>
          <a:prstGeom prst="rect">
            <a:avLst/>
          </a:prstGeom>
          <a:solidFill>
            <a:srgbClr val="1A7F86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029968"/>
            <a:ext cx="2194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7F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081528" y="2029968"/>
            <a:ext cx="5349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Recebe uma conexão e divide entre todos os aparelhos, por cabo e sem fio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75488" y="2596896"/>
            <a:ext cx="8229600" cy="512064"/>
          </a:xfrm>
          <a:prstGeom prst="roundRect">
            <a:avLst>
              <a:gd name="adj" fmla="val 8929"/>
            </a:avLst>
          </a:prstGeom>
          <a:solidFill>
            <a:srgbClr val="F6FAFA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" y="2596896"/>
            <a:ext cx="82296" cy="512064"/>
          </a:xfrm>
          <a:prstGeom prst="rect">
            <a:avLst/>
          </a:prstGeom>
          <a:solidFill>
            <a:srgbClr val="1A7F86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2596896"/>
            <a:ext cx="2194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7F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decide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081528" y="2596896"/>
            <a:ext cx="5349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Guarda quem é quem na rede e manda cada resposta para o aparelho certo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75488" y="3163824"/>
            <a:ext cx="8229600" cy="512064"/>
          </a:xfrm>
          <a:prstGeom prst="roundRect">
            <a:avLst>
              <a:gd name="adj" fmla="val 8929"/>
            </a:avLst>
          </a:prstGeom>
          <a:solidFill>
            <a:srgbClr val="EDF4F4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" y="3163824"/>
            <a:ext cx="82296" cy="512064"/>
          </a:xfrm>
          <a:prstGeom prst="rect">
            <a:avLst/>
          </a:prstGeom>
          <a:solidFill>
            <a:srgbClr val="1A7F86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3163824"/>
            <a:ext cx="2194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7F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Também é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081528" y="3163824"/>
            <a:ext cx="5349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acesso sem fio, na maioria dos modelos domésticos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5488" y="3730752"/>
            <a:ext cx="8229600" cy="512064"/>
          </a:xfrm>
          <a:prstGeom prst="roundRect">
            <a:avLst>
              <a:gd name="adj" fmla="val 8929"/>
            </a:avLst>
          </a:prstGeom>
          <a:solidFill>
            <a:srgbClr val="F6FAFA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" y="3730752"/>
            <a:ext cx="82296" cy="512064"/>
          </a:xfrm>
          <a:prstGeom prst="rect">
            <a:avLst/>
          </a:prstGeom>
          <a:solidFill>
            <a:srgbClr val="1A7F86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3730752"/>
            <a:ext cx="2194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7F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 senha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081528" y="3730752"/>
            <a:ext cx="5349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Duas: a da rede sem fio e a de administração do aparelho. São diferentes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75488" y="438912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EDF4F4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3891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roteador, um aparelho só. Com roteador, a casa inteira.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3" name="Text 1"/>
          <p:cNvSpPr/>
          <p:nvPr/>
        </p:nvSpPr>
        <p:spPr>
          <a:xfrm>
            <a:off x="475488" y="237744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80" dirty="0">
                <a:solidFill>
                  <a:srgbClr val="3E9B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 CADA VEZ · 3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75488" y="493776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75488" y="118872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3E9BA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1887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multiplicador de portas. E só isso.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75488" y="2029968"/>
            <a:ext cx="8229600" cy="512064"/>
          </a:xfrm>
          <a:prstGeom prst="roundRect">
            <a:avLst>
              <a:gd name="adj" fmla="val 8929"/>
            </a:avLst>
          </a:prstGeom>
          <a:solidFill>
            <a:srgbClr val="EDF4F4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" y="2029968"/>
            <a:ext cx="82296" cy="512064"/>
          </a:xfrm>
          <a:prstGeom prst="rect">
            <a:avLst/>
          </a:prstGeom>
          <a:solidFill>
            <a:srgbClr val="3E9BA2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029968"/>
            <a:ext cx="2194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E9B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081528" y="2029968"/>
            <a:ext cx="5349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 uma porta de cabo em quatro, oito, dezesseis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75488" y="2596896"/>
            <a:ext cx="8229600" cy="512064"/>
          </a:xfrm>
          <a:prstGeom prst="roundRect">
            <a:avLst>
              <a:gd name="adj" fmla="val 8929"/>
            </a:avLst>
          </a:prstGeom>
          <a:solidFill>
            <a:srgbClr val="F6FAFA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" y="2596896"/>
            <a:ext cx="82296" cy="512064"/>
          </a:xfrm>
          <a:prstGeom prst="rect">
            <a:avLst/>
          </a:prstGeom>
          <a:solidFill>
            <a:srgbClr val="A03A2B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2596896"/>
            <a:ext cx="2194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03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faz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081528" y="2596896"/>
            <a:ext cx="5349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cria rede, não distribui internet sozinho, não tem Wi-Fi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75488" y="3163824"/>
            <a:ext cx="8229600" cy="512064"/>
          </a:xfrm>
          <a:prstGeom prst="roundRect">
            <a:avLst>
              <a:gd name="adj" fmla="val 8929"/>
            </a:avLst>
          </a:prstGeom>
          <a:solidFill>
            <a:srgbClr val="EDF4F4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" y="3163824"/>
            <a:ext cx="82296" cy="512064"/>
          </a:xfrm>
          <a:prstGeom prst="rect">
            <a:avLst/>
          </a:prstGeom>
          <a:solidFill>
            <a:srgbClr val="3E9BA2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3163824"/>
            <a:ext cx="2194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E9B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usar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081528" y="3163824"/>
            <a:ext cx="5349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faltou porta no roteador e você precisa ligar mais máquinas por cabo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5488" y="3730752"/>
            <a:ext cx="8229600" cy="512064"/>
          </a:xfrm>
          <a:prstGeom prst="roundRect">
            <a:avLst>
              <a:gd name="adj" fmla="val 8929"/>
            </a:avLst>
          </a:prstGeom>
          <a:solidFill>
            <a:srgbClr val="F6FAFA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" y="3730752"/>
            <a:ext cx="82296" cy="512064"/>
          </a:xfrm>
          <a:prstGeom prst="rect">
            <a:avLst/>
          </a:prstGeom>
          <a:solidFill>
            <a:srgbClr val="3E9BA2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3730752"/>
            <a:ext cx="2194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E9B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ligar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081528" y="3730752"/>
            <a:ext cx="5349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cabo do roteador até o switch. O resto das portas fica livre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75488" y="438912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FBEBE8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3891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A03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sem roteador não dá internet a ninguém. É extensão de porta.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3" name="Text 1"/>
          <p:cNvSpPr/>
          <p:nvPr/>
        </p:nvSpPr>
        <p:spPr>
          <a:xfrm>
            <a:off x="475488" y="237744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80" dirty="0">
                <a:solidFill>
                  <a:srgbClr val="3E9B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 CADA VEZ · 4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75488" y="493776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ACESSO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75488" y="118872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3B5227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1887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Leva o sinal sem fio onde o roteador não alcança.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75488" y="2029968"/>
            <a:ext cx="8229600" cy="512064"/>
          </a:xfrm>
          <a:prstGeom prst="roundRect">
            <a:avLst>
              <a:gd name="adj" fmla="val 8929"/>
            </a:avLst>
          </a:prstGeom>
          <a:solidFill>
            <a:srgbClr val="EDF4F4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" y="2029968"/>
            <a:ext cx="82296" cy="512064"/>
          </a:xfrm>
          <a:prstGeom prst="rect">
            <a:avLst/>
          </a:prstGeom>
          <a:solidFill>
            <a:srgbClr val="3B5227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029968"/>
            <a:ext cx="2194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5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081528" y="2029968"/>
            <a:ext cx="5349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mais um ponto de Wi-Fi, ligado na mesma rede da casa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75488" y="2596896"/>
            <a:ext cx="8229600" cy="512064"/>
          </a:xfrm>
          <a:prstGeom prst="roundRect">
            <a:avLst>
              <a:gd name="adj" fmla="val 8929"/>
            </a:avLst>
          </a:prstGeom>
          <a:solidFill>
            <a:srgbClr val="F6FAFA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" y="2596896"/>
            <a:ext cx="82296" cy="512064"/>
          </a:xfrm>
          <a:prstGeom prst="rect">
            <a:avLst/>
          </a:prstGeom>
          <a:solidFill>
            <a:srgbClr val="3B5227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2596896"/>
            <a:ext cx="2194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5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liga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081528" y="2596896"/>
            <a:ext cx="5349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ideal é por cabo até o roteador. Assim o sinal não perde força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75488" y="3163824"/>
            <a:ext cx="8229600" cy="512064"/>
          </a:xfrm>
          <a:prstGeom prst="roundRect">
            <a:avLst>
              <a:gd name="adj" fmla="val 8929"/>
            </a:avLst>
          </a:prstGeom>
          <a:solidFill>
            <a:srgbClr val="EDF4F4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" y="3163824"/>
            <a:ext cx="82296" cy="512064"/>
          </a:xfrm>
          <a:prstGeom prst="rect">
            <a:avLst/>
          </a:prstGeom>
          <a:solidFill>
            <a:srgbClr val="4A2E02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3163824"/>
            <a:ext cx="2194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2E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repetidor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081528" y="3163824"/>
            <a:ext cx="5349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parecido, mas sem cabo: repete o que recebe pelo ar — e perde velocidade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5488" y="3730752"/>
            <a:ext cx="8229600" cy="512064"/>
          </a:xfrm>
          <a:prstGeom prst="roundRect">
            <a:avLst>
              <a:gd name="adj" fmla="val 8929"/>
            </a:avLst>
          </a:prstGeom>
          <a:solidFill>
            <a:srgbClr val="F6FAFA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" y="3730752"/>
            <a:ext cx="82296" cy="512064"/>
          </a:xfrm>
          <a:prstGeom prst="rect">
            <a:avLst/>
          </a:prstGeom>
          <a:solidFill>
            <a:srgbClr val="3B5227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3730752"/>
            <a:ext cx="2194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5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usar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081528" y="3730752"/>
            <a:ext cx="5349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Casa comprida, dois andares, galpão, área de festa nos fundos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75488" y="438912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D9E8C7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3891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B5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Levar cabo até um ponto de acesso resolve melhor que empilhar repetidor.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3" name="Text 1"/>
          <p:cNvSpPr/>
          <p:nvPr/>
        </p:nvSpPr>
        <p:spPr>
          <a:xfrm>
            <a:off x="475488" y="237744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80" dirty="0">
                <a:solidFill>
                  <a:srgbClr val="3E9B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 CADA VEZ ·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75488" y="493776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PLACA DE REDE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75488" y="118872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4A2E0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1887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porta de entrada da rede dentro do computador.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75488" y="2029968"/>
            <a:ext cx="8229600" cy="512064"/>
          </a:xfrm>
          <a:prstGeom prst="roundRect">
            <a:avLst>
              <a:gd name="adj" fmla="val 8929"/>
            </a:avLst>
          </a:prstGeom>
          <a:solidFill>
            <a:srgbClr val="EDF4F4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" y="2029968"/>
            <a:ext cx="82296" cy="512064"/>
          </a:xfrm>
          <a:prstGeom prst="rect">
            <a:avLst/>
          </a:prstGeom>
          <a:solidFill>
            <a:srgbClr val="4A2E02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029968"/>
            <a:ext cx="2194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2E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fica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081528" y="2029968"/>
            <a:ext cx="5349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Integrada na placa-mãe, na traseira do gabinete. Vocês já viram na montagem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75488" y="2596896"/>
            <a:ext cx="8229600" cy="512064"/>
          </a:xfrm>
          <a:prstGeom prst="roundRect">
            <a:avLst>
              <a:gd name="adj" fmla="val 8929"/>
            </a:avLst>
          </a:prstGeom>
          <a:solidFill>
            <a:srgbClr val="F6FAFA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" y="2596896"/>
            <a:ext cx="82296" cy="512064"/>
          </a:xfrm>
          <a:prstGeom prst="rect">
            <a:avLst/>
          </a:prstGeom>
          <a:solidFill>
            <a:srgbClr val="4A2E02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2596896"/>
            <a:ext cx="2194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2E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luzinhas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081528" y="2596896"/>
            <a:ext cx="5349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acesa fixa diz que tem cabo com sinal. A outra pisca quando há tráfego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75488" y="3163824"/>
            <a:ext cx="8229600" cy="512064"/>
          </a:xfrm>
          <a:prstGeom prst="roundRect">
            <a:avLst>
              <a:gd name="adj" fmla="val 8929"/>
            </a:avLst>
          </a:prstGeom>
          <a:solidFill>
            <a:srgbClr val="EDF4F4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" y="3163824"/>
            <a:ext cx="82296" cy="512064"/>
          </a:xfrm>
          <a:prstGeom prst="rect">
            <a:avLst/>
          </a:prstGeom>
          <a:solidFill>
            <a:srgbClr val="4A2E02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3163824"/>
            <a:ext cx="2194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2E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fio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081528" y="3163824"/>
            <a:ext cx="5349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notebook tem a placa de rede sem fio, geralmente numa peça pequena interna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5488" y="3730752"/>
            <a:ext cx="8229600" cy="512064"/>
          </a:xfrm>
          <a:prstGeom prst="roundRect">
            <a:avLst>
              <a:gd name="adj" fmla="val 8929"/>
            </a:avLst>
          </a:prstGeom>
          <a:solidFill>
            <a:srgbClr val="F6FAFA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" y="3730752"/>
            <a:ext cx="82296" cy="512064"/>
          </a:xfrm>
          <a:prstGeom prst="rect">
            <a:avLst/>
          </a:prstGeom>
          <a:solidFill>
            <a:srgbClr val="4A2E02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3730752"/>
            <a:ext cx="2194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2E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queimar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081528" y="3730752"/>
            <a:ext cx="5349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 para resolver com uma placa de rede USB, que custa pouco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75488" y="438912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FDF0DC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3891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4A2E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Aquela luzinha piscando na traseira é a primeira coisa a olhar num chamado.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3" name="Text 1"/>
          <p:cNvSpPr/>
          <p:nvPr/>
        </p:nvSpPr>
        <p:spPr>
          <a:xfrm>
            <a:off x="475488" y="237744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80" dirty="0">
                <a:solidFill>
                  <a:srgbClr val="3E9B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UMA OLHADA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75488" y="493776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quadro dos cinco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8229600" cy="384048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6" name="Text 4"/>
          <p:cNvSpPr/>
          <p:nvPr/>
        </p:nvSpPr>
        <p:spPr>
          <a:xfrm>
            <a:off x="585216" y="1207008"/>
            <a:ext cx="20832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Equipamento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851338" y="1207008"/>
            <a:ext cx="10098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rede?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044033" y="1207008"/>
            <a:ext cx="124835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 Wi-Fi?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75268" y="1207008"/>
            <a:ext cx="31566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que serve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5488" y="1591056"/>
            <a:ext cx="8229600" cy="365760"/>
          </a:xfrm>
          <a:prstGeom prst="rect">
            <a:avLst/>
          </a:prstGeom>
          <a:solidFill>
            <a:srgbClr val="F6FAFA"/>
          </a:solidFill>
          <a:ln w="7620">
            <a:solidFill>
              <a:srgbClr val="B9C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5216" y="1591056"/>
            <a:ext cx="208324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Modem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851338" y="1591056"/>
            <a:ext cx="10098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044033" y="1591056"/>
            <a:ext cx="12483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475268" y="1591056"/>
            <a:ext cx="31566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Traduzir o sinal do provedor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75488" y="1956816"/>
            <a:ext cx="822960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B9C8C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1956816"/>
            <a:ext cx="208324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Roteador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851338" y="1956816"/>
            <a:ext cx="10098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044033" y="1956816"/>
            <a:ext cx="12483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Quase sempre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75268" y="1956816"/>
            <a:ext cx="31566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Distribuir para a casa toda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75488" y="2322576"/>
            <a:ext cx="8229600" cy="365760"/>
          </a:xfrm>
          <a:prstGeom prst="rect">
            <a:avLst/>
          </a:prstGeom>
          <a:solidFill>
            <a:srgbClr val="F6FAFA"/>
          </a:solidFill>
          <a:ln w="7620">
            <a:solidFill>
              <a:srgbClr val="B9C8C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5216" y="2322576"/>
            <a:ext cx="208324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851338" y="2322576"/>
            <a:ext cx="10098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044033" y="2322576"/>
            <a:ext cx="12483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75268" y="2322576"/>
            <a:ext cx="31566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Aumentar o número de portas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75488" y="2688336"/>
            <a:ext cx="822960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B9C8C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5216" y="2688336"/>
            <a:ext cx="208324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acesso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851338" y="2688336"/>
            <a:ext cx="10098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044033" y="2688336"/>
            <a:ext cx="12483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75268" y="2688336"/>
            <a:ext cx="31566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Ampliar a cobertura sem fio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75488" y="3054096"/>
            <a:ext cx="8229600" cy="365760"/>
          </a:xfrm>
          <a:prstGeom prst="rect">
            <a:avLst/>
          </a:prstGeom>
          <a:solidFill>
            <a:srgbClr val="F6FAFA"/>
          </a:solidFill>
          <a:ln w="7620">
            <a:solidFill>
              <a:srgbClr val="B9C8C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5216" y="3054096"/>
            <a:ext cx="208324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Placa de rede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2851338" y="3054096"/>
            <a:ext cx="10098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044033" y="3054096"/>
            <a:ext cx="12483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475268" y="3054096"/>
            <a:ext cx="31566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Conectar a máquina à rede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75488" y="3602736"/>
            <a:ext cx="8229600" cy="548640"/>
          </a:xfrm>
          <a:prstGeom prst="roundRect">
            <a:avLst>
              <a:gd name="adj" fmla="val 8333"/>
            </a:avLst>
          </a:prstGeom>
          <a:solidFill>
            <a:srgbClr val="0B4F53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3602736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um deles cria rede. Guardem isso.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3" name="Text 1"/>
          <p:cNvSpPr/>
          <p:nvPr/>
        </p:nvSpPr>
        <p:spPr>
          <a:xfrm>
            <a:off x="475488" y="237744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80" dirty="0">
                <a:solidFill>
                  <a:srgbClr val="3E9B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PRÁTICA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75488" y="493776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caixinha que faz três coisas juntas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75488" y="1234440"/>
            <a:ext cx="2645664" cy="1234440"/>
          </a:xfrm>
          <a:prstGeom prst="roundRect">
            <a:avLst>
              <a:gd name="adj" fmla="val 5185"/>
            </a:avLst>
          </a:prstGeom>
          <a:solidFill>
            <a:srgbClr val="F6FAFA"/>
          </a:solidFill>
          <a:ln w="16510">
            <a:solidFill>
              <a:srgbClr val="0B4F5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234440"/>
            <a:ext cx="2645664" cy="50292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7" name="Text 5"/>
          <p:cNvSpPr/>
          <p:nvPr/>
        </p:nvSpPr>
        <p:spPr>
          <a:xfrm>
            <a:off x="603504" y="1344168"/>
            <a:ext cx="23896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03504" y="1655064"/>
            <a:ext cx="2389632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Recebe a fibra e traduz o sinal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67456" y="1234440"/>
            <a:ext cx="2645664" cy="1234440"/>
          </a:xfrm>
          <a:prstGeom prst="roundRect">
            <a:avLst>
              <a:gd name="adj" fmla="val 5185"/>
            </a:avLst>
          </a:prstGeom>
          <a:solidFill>
            <a:srgbClr val="F6FAFA"/>
          </a:solidFill>
          <a:ln w="16510">
            <a:solidFill>
              <a:srgbClr val="1A7F8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67456" y="1234440"/>
            <a:ext cx="2645664" cy="50292"/>
          </a:xfrm>
          <a:prstGeom prst="rect">
            <a:avLst/>
          </a:prstGeom>
          <a:solidFill>
            <a:srgbClr val="1A7F86"/>
          </a:solidFill>
          <a:ln/>
        </p:spPr>
      </p:sp>
      <p:sp>
        <p:nvSpPr>
          <p:cNvPr id="11" name="Text 9"/>
          <p:cNvSpPr/>
          <p:nvPr/>
        </p:nvSpPr>
        <p:spPr>
          <a:xfrm>
            <a:off x="3395472" y="1344168"/>
            <a:ext cx="23896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7F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Roteador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95472" y="1655064"/>
            <a:ext cx="2389632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 para a casa e organiza a rede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59424" y="1234440"/>
            <a:ext cx="2645664" cy="1234440"/>
          </a:xfrm>
          <a:prstGeom prst="roundRect">
            <a:avLst>
              <a:gd name="adj" fmla="val 5185"/>
            </a:avLst>
          </a:prstGeom>
          <a:solidFill>
            <a:srgbClr val="F6FAFA"/>
          </a:solidFill>
          <a:ln w="16510">
            <a:solidFill>
              <a:srgbClr val="3B522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59424" y="1234440"/>
            <a:ext cx="2645664" cy="50292"/>
          </a:xfrm>
          <a:prstGeom prst="rect">
            <a:avLst/>
          </a:prstGeom>
          <a:solidFill>
            <a:srgbClr val="3B5227"/>
          </a:solidFill>
          <a:ln/>
        </p:spPr>
      </p:sp>
      <p:sp>
        <p:nvSpPr>
          <p:cNvPr id="15" name="Text 13"/>
          <p:cNvSpPr/>
          <p:nvPr/>
        </p:nvSpPr>
        <p:spPr>
          <a:xfrm>
            <a:off x="6187440" y="1344168"/>
            <a:ext cx="23896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5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acesso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187440" y="1655064"/>
            <a:ext cx="2389632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Emite o Wi-Fi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75488" y="2779776"/>
            <a:ext cx="8229600" cy="548640"/>
          </a:xfrm>
          <a:prstGeom prst="roundRect">
            <a:avLst>
              <a:gd name="adj" fmla="val 8333"/>
            </a:avLst>
          </a:prstGeom>
          <a:solidFill>
            <a:srgbClr val="EDF4F4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5488" y="2779776"/>
            <a:ext cx="82296" cy="548640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2779776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juntar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081528" y="2779776"/>
            <a:ext cx="5349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caixa só é mais barata, ocupa menos espaço e o técnico instala mais rápido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75488" y="3383280"/>
            <a:ext cx="8229600" cy="548640"/>
          </a:xfrm>
          <a:prstGeom prst="roundRect">
            <a:avLst>
              <a:gd name="adj" fmla="val 8333"/>
            </a:avLst>
          </a:prstGeom>
          <a:solidFill>
            <a:srgbClr val="F6FAFA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488" y="3383280"/>
            <a:ext cx="82296" cy="548640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23" name="Text 21"/>
          <p:cNvSpPr/>
          <p:nvPr/>
        </p:nvSpPr>
        <p:spPr>
          <a:xfrm>
            <a:off x="749808" y="338328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081528" y="3383280"/>
            <a:ext cx="5349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ela dá defeito, para tudo de uma vez. E o Wi-Fi dela costuma ser fraco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75488" y="4078224"/>
            <a:ext cx="8229600" cy="530352"/>
          </a:xfrm>
          <a:prstGeom prst="roundRect">
            <a:avLst>
              <a:gd name="adj" fmla="val 8621"/>
            </a:avLst>
          </a:prstGeom>
          <a:solidFill>
            <a:srgbClr val="EDF4F4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4078224"/>
            <a:ext cx="7772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Muita casa resolve o Wi-Fi ruim colocando um roteador melhor depois da caixinha do provedor.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3" name="Text 1"/>
          <p:cNvSpPr/>
          <p:nvPr/>
        </p:nvSpPr>
        <p:spPr>
          <a:xfrm>
            <a:off x="475488" y="237744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80" dirty="0">
                <a:solidFill>
                  <a:srgbClr val="3E9B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ERRO NÚMERO UM DE QUEM INSTALA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75488" y="493776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porta que é diferente das outras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1280160" y="1207008"/>
            <a:ext cx="6583680" cy="1143000"/>
          </a:xfrm>
          <a:prstGeom prst="roundRect">
            <a:avLst>
              <a:gd name="adj" fmla="val 6400"/>
            </a:avLst>
          </a:prstGeom>
          <a:solidFill>
            <a:srgbClr val="2B3A3D"/>
          </a:solidFill>
          <a:ln w="19050">
            <a:solidFill>
              <a:srgbClr val="1A242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45920" y="1508760"/>
            <a:ext cx="777240" cy="548640"/>
          </a:xfrm>
          <a:prstGeom prst="roundRect">
            <a:avLst>
              <a:gd name="adj" fmla="val 6667"/>
            </a:avLst>
          </a:prstGeom>
          <a:solidFill>
            <a:srgbClr val="E8A33D"/>
          </a:solidFill>
          <a:ln w="1778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0" y="1508760"/>
            <a:ext cx="777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2E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63240" y="1508760"/>
            <a:ext cx="777240" cy="548640"/>
          </a:xfrm>
          <a:prstGeom prst="roundRect">
            <a:avLst>
              <a:gd name="adj" fmla="val 6667"/>
            </a:avLst>
          </a:prstGeom>
          <a:solidFill>
            <a:srgbClr val="3E9BA2"/>
          </a:solidFill>
          <a:ln w="1778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63240" y="1508760"/>
            <a:ext cx="777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931920" y="1508760"/>
            <a:ext cx="777240" cy="548640"/>
          </a:xfrm>
          <a:prstGeom prst="roundRect">
            <a:avLst>
              <a:gd name="adj" fmla="val 6667"/>
            </a:avLst>
          </a:prstGeom>
          <a:solidFill>
            <a:srgbClr val="3E9BA2"/>
          </a:solidFill>
          <a:ln w="1778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1920" y="1508760"/>
            <a:ext cx="777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00600" y="1508760"/>
            <a:ext cx="777240" cy="548640"/>
          </a:xfrm>
          <a:prstGeom prst="roundRect">
            <a:avLst>
              <a:gd name="adj" fmla="val 6667"/>
            </a:avLst>
          </a:prstGeom>
          <a:solidFill>
            <a:srgbClr val="3E9BA2"/>
          </a:solidFill>
          <a:ln w="1778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1508760"/>
            <a:ext cx="777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0" y="1508760"/>
            <a:ext cx="777240" cy="548640"/>
          </a:xfrm>
          <a:prstGeom prst="roundRect">
            <a:avLst>
              <a:gd name="adj" fmla="val 6667"/>
            </a:avLst>
          </a:prstGeom>
          <a:solidFill>
            <a:srgbClr val="3E9BA2"/>
          </a:solidFill>
          <a:ln w="1778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0" y="1508760"/>
            <a:ext cx="777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325880" y="2395728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A1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 do provedor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971800" y="2395728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C71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saídas para os aparelhos da casa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5488" y="2743200"/>
            <a:ext cx="8229600" cy="566928"/>
          </a:xfrm>
          <a:prstGeom prst="roundRect">
            <a:avLst>
              <a:gd name="adj" fmla="val 8065"/>
            </a:avLst>
          </a:prstGeom>
          <a:solidFill>
            <a:srgbClr val="EDF4F4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5488" y="2743200"/>
            <a:ext cx="82296" cy="566928"/>
          </a:xfrm>
          <a:prstGeom prst="rect">
            <a:avLst/>
          </a:prstGeom>
          <a:solidFill>
            <a:srgbClr val="4A2E02"/>
          </a:solidFill>
          <a:ln/>
        </p:spPr>
      </p:sp>
      <p:sp>
        <p:nvSpPr>
          <p:cNvPr id="20" name="Text 18"/>
          <p:cNvSpPr/>
          <p:nvPr/>
        </p:nvSpPr>
        <p:spPr>
          <a:xfrm>
            <a:off x="749808" y="274320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2E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reconhecer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30168" y="2743200"/>
            <a:ext cx="4800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 separada das outras, quase sempre de outra cor, e costuma vir escrito WAN ou Internet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75488" y="3364992"/>
            <a:ext cx="8229600" cy="566928"/>
          </a:xfrm>
          <a:prstGeom prst="roundRect">
            <a:avLst>
              <a:gd name="adj" fmla="val 8065"/>
            </a:avLst>
          </a:prstGeom>
          <a:solidFill>
            <a:srgbClr val="F6FAFA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364992"/>
            <a:ext cx="82296" cy="566928"/>
          </a:xfrm>
          <a:prstGeom prst="rect">
            <a:avLst/>
          </a:prstGeom>
          <a:solidFill>
            <a:srgbClr val="A03A2B"/>
          </a:solidFill>
          <a:ln/>
        </p:spPr>
      </p:sp>
      <p:sp>
        <p:nvSpPr>
          <p:cNvPr id="24" name="Text 22"/>
          <p:cNvSpPr/>
          <p:nvPr/>
        </p:nvSpPr>
        <p:spPr>
          <a:xfrm>
            <a:off x="749808" y="3364992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03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acontece se errar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630168" y="3364992"/>
            <a:ext cx="4800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conecta na rede normalmente, mas nada abre. Parece defeito e não é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75488" y="4059936"/>
            <a:ext cx="8229600" cy="530352"/>
          </a:xfrm>
          <a:prstGeom prst="roundRect">
            <a:avLst>
              <a:gd name="adj" fmla="val 8621"/>
            </a:avLst>
          </a:prstGeom>
          <a:solidFill>
            <a:srgbClr val="FBEBE8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4059936"/>
            <a:ext cx="7772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A03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Confundir essas duas é o erro mais comum de quem instala roteador.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3" name="Text 1"/>
          <p:cNvSpPr/>
          <p:nvPr/>
        </p:nvSpPr>
        <p:spPr>
          <a:xfrm>
            <a:off x="475488" y="237744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80" dirty="0">
                <a:solidFill>
                  <a:srgbClr val="3E9B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ESTÁ ESCRITO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75488" y="493776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etiqueta embaixo do aparelho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8229600" cy="384048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6" name="Text 4"/>
          <p:cNvSpPr/>
          <p:nvPr/>
        </p:nvSpPr>
        <p:spPr>
          <a:xfrm>
            <a:off x="585216" y="1207008"/>
            <a:ext cx="360534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tem na etiqueta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373445" y="1207008"/>
            <a:ext cx="4258491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que serve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75488" y="1591056"/>
            <a:ext cx="8229600" cy="365760"/>
          </a:xfrm>
          <a:prstGeom prst="rect">
            <a:avLst/>
          </a:prstGeom>
          <a:solidFill>
            <a:srgbClr val="F6FAFA"/>
          </a:solidFill>
          <a:ln w="7620">
            <a:solidFill>
              <a:srgbClr val="B9C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5216" y="1591056"/>
            <a:ext cx="360534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Nome da rede (SSID) de fábrica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373445" y="1591056"/>
            <a:ext cx="425849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nome que aparece na lista de redes antes de alguém trocar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" y="1956816"/>
            <a:ext cx="822960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B9C8C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" y="1956816"/>
            <a:ext cx="360534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Senha do Wi-Fi de fábrica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373445" y="1956816"/>
            <a:ext cx="425849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 para conectar na primeira vez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" y="2322576"/>
            <a:ext cx="8229600" cy="365760"/>
          </a:xfrm>
          <a:prstGeom prst="rect">
            <a:avLst/>
          </a:prstGeom>
          <a:solidFill>
            <a:srgbClr val="F6FAFA"/>
          </a:solidFill>
          <a:ln w="7620">
            <a:solidFill>
              <a:srgbClr val="B9C8C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5216" y="2322576"/>
            <a:ext cx="360534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Usuário e senha de administração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73445" y="2322576"/>
            <a:ext cx="425849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Entram na configuração do aparelho. São OUTRA senha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" y="2688336"/>
            <a:ext cx="822960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B9C8C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5216" y="2688336"/>
            <a:ext cx="360534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Endereço de configuração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3445" y="2688336"/>
            <a:ext cx="425849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número que você digita no navegador para abrir o painel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" y="3054096"/>
            <a:ext cx="8229600" cy="365760"/>
          </a:xfrm>
          <a:prstGeom prst="rect">
            <a:avLst/>
          </a:prstGeom>
          <a:solidFill>
            <a:srgbClr val="F6FAFA"/>
          </a:solidFill>
          <a:ln w="7620">
            <a:solidFill>
              <a:srgbClr val="B9C8C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5216" y="3054096"/>
            <a:ext cx="360534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e número de série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373445" y="3054096"/>
            <a:ext cx="425849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o suporte do provedor vai pedir no telefone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5488" y="3584448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FDF0DC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584448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4A2E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Tire uma foto da etiqueta antes de pendurar o aparelho na parede.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75488" y="477774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1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noite de segurança a gente volta aqui para trocar essas senhas de fábrica.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3" name="Text 1"/>
          <p:cNvSpPr/>
          <p:nvPr/>
        </p:nvSpPr>
        <p:spPr>
          <a:xfrm>
            <a:off x="475488" y="237744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80" dirty="0">
                <a:solidFill>
                  <a:srgbClr val="3E9B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ABRIR NADA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75488" y="493776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luzes do painel já contam a história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8229600" cy="384048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6" name="Text 4"/>
          <p:cNvSpPr/>
          <p:nvPr/>
        </p:nvSpPr>
        <p:spPr>
          <a:xfrm>
            <a:off x="585216" y="1207008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luz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231136" y="1207008"/>
            <a:ext cx="197739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Acesa fixa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391406" y="1207008"/>
            <a:ext cx="156591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Piscando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140196" y="1207008"/>
            <a:ext cx="24917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Apagada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5488" y="1591056"/>
            <a:ext cx="8229600" cy="365760"/>
          </a:xfrm>
          <a:prstGeom prst="rect">
            <a:avLst/>
          </a:prstGeom>
          <a:solidFill>
            <a:srgbClr val="F6FAFA"/>
          </a:solidFill>
          <a:ln w="7620">
            <a:solidFill>
              <a:srgbClr val="B9C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5216" y="1591056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231136" y="1591056"/>
            <a:ext cx="197739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Ligado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391406" y="1591056"/>
            <a:ext cx="156591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140196" y="1591056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energia ou fonte com defeito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5488" y="1956816"/>
            <a:ext cx="822960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B9C8C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1956816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Fibra / Internet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231136" y="1956816"/>
            <a:ext cx="197739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Sinal do provedor chegando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391406" y="1956816"/>
            <a:ext cx="156591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Tentando conectar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140196" y="1956816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sinal do provedor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5488" y="2322576"/>
            <a:ext cx="8229600" cy="365760"/>
          </a:xfrm>
          <a:prstGeom prst="rect">
            <a:avLst/>
          </a:prstGeom>
          <a:solidFill>
            <a:srgbClr val="F6FAFA"/>
          </a:solidFill>
          <a:ln w="7620">
            <a:solidFill>
              <a:srgbClr val="B9C8C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5216" y="2322576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WLAN / Wi-Fi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231136" y="2322576"/>
            <a:ext cx="197739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Wi-Fi ligado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391406" y="2322576"/>
            <a:ext cx="156591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Tráfego passando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140196" y="2322576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Wi-Fi desligado no aparelho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5488" y="2688336"/>
            <a:ext cx="822960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B9C8C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5216" y="2688336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 1 a 4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231136" y="2688336"/>
            <a:ext cx="197739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Cabo conectado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391406" y="2688336"/>
            <a:ext cx="156591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passando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140196" y="2688336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ligado nessa porta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75488" y="3657600"/>
            <a:ext cx="8229600" cy="548640"/>
          </a:xfrm>
          <a:prstGeom prst="roundRect">
            <a:avLst>
              <a:gd name="adj" fmla="val 8333"/>
            </a:avLst>
          </a:prstGeom>
          <a:solidFill>
            <a:srgbClr val="FBEBE8"/>
          </a:solidFill>
          <a:ln/>
        </p:spPr>
      </p:sp>
      <p:sp>
        <p:nvSpPr>
          <p:cNvPr id="31" name="Text 29"/>
          <p:cNvSpPr/>
          <p:nvPr/>
        </p:nvSpPr>
        <p:spPr>
          <a:xfrm>
            <a:off x="685800" y="36576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A03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Luz de fibra apagada: nem adianta mexer no computador. O problema está antes.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75488" y="477774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1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nome das luzes muda de marca para marca, mas a lógica é sempre essa.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3" name="Text 1"/>
          <p:cNvSpPr/>
          <p:nvPr/>
        </p:nvSpPr>
        <p:spPr>
          <a:xfrm>
            <a:off x="475488" y="237744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80" dirty="0">
                <a:solidFill>
                  <a:srgbClr val="3E9B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— 40 MIN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75488" y="493776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cada equipe vai fazer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75488" y="1188720"/>
            <a:ext cx="8229600" cy="438912"/>
          </a:xfrm>
          <a:prstGeom prst="roundRect">
            <a:avLst>
              <a:gd name="adj" fmla="val 10417"/>
            </a:avLst>
          </a:prstGeom>
          <a:solidFill>
            <a:srgbClr val="EDF4F4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3504" y="1252728"/>
            <a:ext cx="310896" cy="310896"/>
          </a:xfrm>
          <a:prstGeom prst="ellipse">
            <a:avLst/>
          </a:prstGeom>
          <a:solidFill>
            <a:srgbClr val="0B4F53"/>
          </a:solidFill>
          <a:ln/>
        </p:spPr>
      </p:sp>
      <p:sp>
        <p:nvSpPr>
          <p:cNvPr id="7" name="Text 5"/>
          <p:cNvSpPr/>
          <p:nvPr/>
        </p:nvSpPr>
        <p:spPr>
          <a:xfrm>
            <a:off x="603504" y="125272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42416" y="1188720"/>
            <a:ext cx="7498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cada equipamento na mesa e dizer em voz alta o que ele faz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" y="1719072"/>
            <a:ext cx="8229600" cy="438912"/>
          </a:xfrm>
          <a:prstGeom prst="roundRect">
            <a:avLst>
              <a:gd name="adj" fmla="val 10417"/>
            </a:avLst>
          </a:prstGeom>
          <a:solidFill>
            <a:srgbClr val="F6FAFA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" y="1783080"/>
            <a:ext cx="310896" cy="310896"/>
          </a:xfrm>
          <a:prstGeom prst="ellipse">
            <a:avLst/>
          </a:prstGeom>
          <a:solidFill>
            <a:srgbClr val="0B4F53"/>
          </a:solidFill>
          <a:ln/>
        </p:spPr>
      </p:sp>
      <p:sp>
        <p:nvSpPr>
          <p:cNvPr id="11" name="Text 9"/>
          <p:cNvSpPr/>
          <p:nvPr/>
        </p:nvSpPr>
        <p:spPr>
          <a:xfrm>
            <a:off x="603504" y="178308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42416" y="1719072"/>
            <a:ext cx="7498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Achar a porta WAN de cada roteador e explicar como reconheceu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" y="2249424"/>
            <a:ext cx="8229600" cy="438912"/>
          </a:xfrm>
          <a:prstGeom prst="roundRect">
            <a:avLst>
              <a:gd name="adj" fmla="val 10417"/>
            </a:avLst>
          </a:prstGeom>
          <a:solidFill>
            <a:srgbClr val="EDF4F4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504" y="2313432"/>
            <a:ext cx="310896" cy="310896"/>
          </a:xfrm>
          <a:prstGeom prst="ellipse">
            <a:avLst/>
          </a:prstGeom>
          <a:solidFill>
            <a:srgbClr val="0B4F53"/>
          </a:solidFill>
          <a:ln/>
        </p:spPr>
      </p:sp>
      <p:sp>
        <p:nvSpPr>
          <p:cNvPr id="15" name="Text 13"/>
          <p:cNvSpPr/>
          <p:nvPr/>
        </p:nvSpPr>
        <p:spPr>
          <a:xfrm>
            <a:off x="603504" y="231343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42416" y="2249424"/>
            <a:ext cx="7498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Contar as portas LAN e anotar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5488" y="2779776"/>
            <a:ext cx="8229600" cy="438912"/>
          </a:xfrm>
          <a:prstGeom prst="roundRect">
            <a:avLst>
              <a:gd name="adj" fmla="val 10417"/>
            </a:avLst>
          </a:prstGeom>
          <a:solidFill>
            <a:srgbClr val="F6FAFA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3504" y="2843784"/>
            <a:ext cx="310896" cy="310896"/>
          </a:xfrm>
          <a:prstGeom prst="ellipse">
            <a:avLst/>
          </a:prstGeom>
          <a:solidFill>
            <a:srgbClr val="0B4F53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" y="284378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42416" y="2779776"/>
            <a:ext cx="7498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 a etiqueta e preencher a ficha: nome de rede, endereço de configuração, modelo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5488" y="3310128"/>
            <a:ext cx="8229600" cy="438912"/>
          </a:xfrm>
          <a:prstGeom prst="roundRect">
            <a:avLst>
              <a:gd name="adj" fmla="val 10417"/>
            </a:avLst>
          </a:prstGeom>
          <a:solidFill>
            <a:srgbClr val="EDF4F4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3504" y="3374136"/>
            <a:ext cx="310896" cy="310896"/>
          </a:xfrm>
          <a:prstGeom prst="ellipse">
            <a:avLst/>
          </a:prstGeom>
          <a:solidFill>
            <a:srgbClr val="0B4F53"/>
          </a:solidFill>
          <a:ln/>
        </p:spPr>
      </p:sp>
      <p:sp>
        <p:nvSpPr>
          <p:cNvPr id="23" name="Text 21"/>
          <p:cNvSpPr/>
          <p:nvPr/>
        </p:nvSpPr>
        <p:spPr>
          <a:xfrm>
            <a:off x="603504" y="337413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42416" y="3310128"/>
            <a:ext cx="7498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Ligar o roteador e observar as luzes acendendo, uma por uma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5488" y="3840480"/>
            <a:ext cx="8229600" cy="438912"/>
          </a:xfrm>
          <a:prstGeom prst="roundRect">
            <a:avLst>
              <a:gd name="adj" fmla="val 10417"/>
            </a:avLst>
          </a:prstGeom>
          <a:solidFill>
            <a:srgbClr val="F6FAFA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03504" y="3904488"/>
            <a:ext cx="310896" cy="310896"/>
          </a:xfrm>
          <a:prstGeom prst="ellipse">
            <a:avLst/>
          </a:prstGeom>
          <a:solidFill>
            <a:srgbClr val="0B4F53"/>
          </a:solidFill>
          <a:ln/>
        </p:spPr>
      </p:sp>
      <p:sp>
        <p:nvSpPr>
          <p:cNvPr id="27" name="Text 25"/>
          <p:cNvSpPr/>
          <p:nvPr/>
        </p:nvSpPr>
        <p:spPr>
          <a:xfrm>
            <a:off x="603504" y="390448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42416" y="3840480"/>
            <a:ext cx="7498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Trocar de bancada com outra equipe e conferir o que o colega anotou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75488" y="4462272"/>
            <a:ext cx="8229600" cy="512064"/>
          </a:xfrm>
          <a:prstGeom prst="roundRect">
            <a:avLst>
              <a:gd name="adj" fmla="val 8929"/>
            </a:avLst>
          </a:prstGeom>
          <a:solidFill>
            <a:srgbClr val="D9E8C7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4462272"/>
            <a:ext cx="7772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B5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Ninguém configura nada hoje. Hoje é reconhecer, nomear e anotar.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3" name="Text 1"/>
          <p:cNvSpPr/>
          <p:nvPr/>
        </p:nvSpPr>
        <p:spPr>
          <a:xfrm>
            <a:off x="475488" y="237744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80" dirty="0">
                <a:solidFill>
                  <a:srgbClr val="3E9B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QUEIXA MAIS COMUM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75488" y="493776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o Wi-Fi não chega no quarto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75488" y="1234440"/>
            <a:ext cx="4041648" cy="1371600"/>
          </a:xfrm>
          <a:prstGeom prst="roundRect">
            <a:avLst>
              <a:gd name="adj" fmla="val 4667"/>
            </a:avLst>
          </a:prstGeom>
          <a:solidFill>
            <a:srgbClr val="F6FAFA"/>
          </a:solidFill>
          <a:ln w="16510">
            <a:solidFill>
              <a:srgbClr val="0B4F5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234440"/>
            <a:ext cx="4041648" cy="50292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7" name="Text 5"/>
          <p:cNvSpPr/>
          <p:nvPr/>
        </p:nvSpPr>
        <p:spPr>
          <a:xfrm>
            <a:off x="603504" y="1344168"/>
            <a:ext cx="37856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Parede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03504" y="1655064"/>
            <a:ext cx="3785616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parede tira um pedaço do sinal. Parede de concreto tira bem mais que a de madeira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234440"/>
            <a:ext cx="4041648" cy="1371600"/>
          </a:xfrm>
          <a:prstGeom prst="roundRect">
            <a:avLst>
              <a:gd name="adj" fmla="val 4667"/>
            </a:avLst>
          </a:prstGeom>
          <a:solidFill>
            <a:srgbClr val="F6FAFA"/>
          </a:solidFill>
          <a:ln w="16510">
            <a:solidFill>
              <a:srgbClr val="1A7F8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1234440"/>
            <a:ext cx="4041648" cy="50292"/>
          </a:xfrm>
          <a:prstGeom prst="rect">
            <a:avLst/>
          </a:prstGeom>
          <a:solidFill>
            <a:srgbClr val="1A7F86"/>
          </a:solidFill>
          <a:ln/>
        </p:spPr>
      </p:sp>
      <p:sp>
        <p:nvSpPr>
          <p:cNvPr id="11" name="Text 9"/>
          <p:cNvSpPr/>
          <p:nvPr/>
        </p:nvSpPr>
        <p:spPr>
          <a:xfrm>
            <a:off x="4791456" y="1344168"/>
            <a:ext cx="37856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7F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Distância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91456" y="1655064"/>
            <a:ext cx="3785616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sinal enfraquece a cada metro, mesmo sem obstáculo no caminho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5488" y="2752344"/>
            <a:ext cx="4041648" cy="1371600"/>
          </a:xfrm>
          <a:prstGeom prst="roundRect">
            <a:avLst>
              <a:gd name="adj" fmla="val 4667"/>
            </a:avLst>
          </a:prstGeom>
          <a:solidFill>
            <a:srgbClr val="F6FAFA"/>
          </a:solidFill>
          <a:ln w="16510">
            <a:solidFill>
              <a:srgbClr val="A03A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5488" y="2752344"/>
            <a:ext cx="4041648" cy="50292"/>
          </a:xfrm>
          <a:prstGeom prst="rect">
            <a:avLst/>
          </a:prstGeom>
          <a:solidFill>
            <a:srgbClr val="A03A2B"/>
          </a:solidFill>
          <a:ln/>
        </p:spPr>
      </p:sp>
      <p:sp>
        <p:nvSpPr>
          <p:cNvPr id="15" name="Text 13"/>
          <p:cNvSpPr/>
          <p:nvPr/>
        </p:nvSpPr>
        <p:spPr>
          <a:xfrm>
            <a:off x="603504" y="2862072"/>
            <a:ext cx="37856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03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e água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03504" y="3172968"/>
            <a:ext cx="3785616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Armário de aço, geladeira, espelho e caixa d'água atrapalham muito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63440" y="2752344"/>
            <a:ext cx="4041648" cy="1371600"/>
          </a:xfrm>
          <a:prstGeom prst="roundRect">
            <a:avLst>
              <a:gd name="adj" fmla="val 4667"/>
            </a:avLst>
          </a:prstGeom>
          <a:solidFill>
            <a:srgbClr val="F6FAFA"/>
          </a:solidFill>
          <a:ln w="16510">
            <a:solidFill>
              <a:srgbClr val="4A2E0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2752344"/>
            <a:ext cx="4041648" cy="50292"/>
          </a:xfrm>
          <a:prstGeom prst="rect">
            <a:avLst/>
          </a:prstGeom>
          <a:solidFill>
            <a:srgbClr val="4A2E02"/>
          </a:solidFill>
          <a:ln/>
        </p:spPr>
      </p:sp>
      <p:sp>
        <p:nvSpPr>
          <p:cNvPr id="19" name="Text 17"/>
          <p:cNvSpPr/>
          <p:nvPr/>
        </p:nvSpPr>
        <p:spPr>
          <a:xfrm>
            <a:off x="4791456" y="2862072"/>
            <a:ext cx="37856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2E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Vizinhança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791456" y="3172968"/>
            <a:ext cx="3785616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Vários roteadores próximos disputando o mesmo espaço deixam todos mais lentos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75488" y="4407408"/>
            <a:ext cx="8229600" cy="530352"/>
          </a:xfrm>
          <a:prstGeom prst="roundRect">
            <a:avLst>
              <a:gd name="adj" fmla="val 8621"/>
            </a:avLst>
          </a:prstGeom>
          <a:solidFill>
            <a:srgbClr val="FDF0DC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4407408"/>
            <a:ext cx="7772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4A2E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vender equipamento novo, olhe onde o roteador está instalado.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3" name="Text 1"/>
          <p:cNvSpPr/>
          <p:nvPr/>
        </p:nvSpPr>
        <p:spPr>
          <a:xfrm>
            <a:off x="475488" y="237744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80" dirty="0">
                <a:solidFill>
                  <a:srgbClr val="3E9B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DUAS FAIXAS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75488" y="493776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 GHz e 5 GHz — para que servem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3977640" cy="2286000"/>
          </a:xfrm>
          <a:prstGeom prst="roundRect">
            <a:avLst>
              <a:gd name="adj" fmla="val 2800"/>
            </a:avLst>
          </a:prstGeom>
          <a:solidFill>
            <a:srgbClr val="F6FAFA"/>
          </a:solidFill>
          <a:ln w="17780">
            <a:solidFill>
              <a:srgbClr val="0B4F5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207008"/>
            <a:ext cx="3977640" cy="384048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207008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 GHz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1664208"/>
            <a:ext cx="36484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Alcance maior, velocidade menor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2048256"/>
            <a:ext cx="36484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Atravessa parede melhor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2432304"/>
            <a:ext cx="36484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Chega mais longe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2816352"/>
            <a:ext cx="36484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Mais cheia: muita gente usa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0080" y="3200400"/>
            <a:ext cx="36484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Micro-ondas e fone atrapalham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27448" y="1207008"/>
            <a:ext cx="3977640" cy="2286000"/>
          </a:xfrm>
          <a:prstGeom prst="roundRect">
            <a:avLst>
              <a:gd name="adj" fmla="val 2800"/>
            </a:avLst>
          </a:prstGeom>
          <a:solidFill>
            <a:srgbClr val="F6FAFA"/>
          </a:solidFill>
          <a:ln w="17780">
            <a:solidFill>
              <a:srgbClr val="3B522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27448" y="1207008"/>
            <a:ext cx="3977640" cy="384048"/>
          </a:xfrm>
          <a:prstGeom prst="rect">
            <a:avLst/>
          </a:prstGeom>
          <a:solidFill>
            <a:srgbClr val="3B5227"/>
          </a:solidFill>
          <a:ln/>
        </p:spPr>
      </p:sp>
      <p:sp>
        <p:nvSpPr>
          <p:cNvPr id="15" name="Text 13"/>
          <p:cNvSpPr/>
          <p:nvPr/>
        </p:nvSpPr>
        <p:spPr>
          <a:xfrm>
            <a:off x="4864608" y="1207008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GHz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892040" y="1664208"/>
            <a:ext cx="36484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3B5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Velocidade maior, alcance menor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892040" y="2048256"/>
            <a:ext cx="36484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Mais rápida perto do roteador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892040" y="2432304"/>
            <a:ext cx="36484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Bem menos disputada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892040" y="2816352"/>
            <a:ext cx="36484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Atravessa parede com dificuldade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892040" y="3200400"/>
            <a:ext cx="36484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Nem todo aparelho antigo enxerga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75488" y="3657600"/>
            <a:ext cx="8229600" cy="530352"/>
          </a:xfrm>
          <a:prstGeom prst="roundRect">
            <a:avLst>
              <a:gd name="adj" fmla="val 8621"/>
            </a:avLst>
          </a:prstGeom>
          <a:solidFill>
            <a:srgbClr val="EDF4F4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488" y="3657600"/>
            <a:ext cx="82296" cy="530352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23" name="Text 21"/>
          <p:cNvSpPr/>
          <p:nvPr/>
        </p:nvSpPr>
        <p:spPr>
          <a:xfrm>
            <a:off x="749808" y="3657600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prática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715768" y="3657600"/>
            <a:ext cx="5715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aparelho longe fica melhor no 2,4. O aparelho perto fica melhor no 5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75488" y="4334256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EDF4F4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4334256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existe a melhor. Existe a certa para cada cômodo.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3" name="Text 1"/>
          <p:cNvSpPr/>
          <p:nvPr/>
        </p:nvSpPr>
        <p:spPr>
          <a:xfrm>
            <a:off x="475488" y="237744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80" dirty="0">
                <a:solidFill>
                  <a:srgbClr val="3E9B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INSTALAÇÃO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75488" y="493776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colocar — e onde não colocar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3977640" cy="2331720"/>
          </a:xfrm>
          <a:prstGeom prst="roundRect">
            <a:avLst>
              <a:gd name="adj" fmla="val 2745"/>
            </a:avLst>
          </a:prstGeom>
          <a:solidFill>
            <a:srgbClr val="D9E8C7"/>
          </a:solidFill>
          <a:ln w="17780">
            <a:solidFill>
              <a:srgbClr val="3B522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207008"/>
            <a:ext cx="3977640" cy="384048"/>
          </a:xfrm>
          <a:prstGeom prst="rect">
            <a:avLst/>
          </a:prstGeom>
          <a:solidFill>
            <a:srgbClr val="3B5227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207008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BOM LUGAR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1682496"/>
            <a:ext cx="36484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No meio da casa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2066544"/>
            <a:ext cx="36484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Em lugar alto, acima dos móveis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2450592"/>
            <a:ext cx="36484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Longe de parede grossa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2834640"/>
            <a:ext cx="36484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Antenas em pé, ou uma em pé e uma deitada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727448" y="1207008"/>
            <a:ext cx="3977640" cy="2331720"/>
          </a:xfrm>
          <a:prstGeom prst="roundRect">
            <a:avLst>
              <a:gd name="adj" fmla="val 2745"/>
            </a:avLst>
          </a:prstGeom>
          <a:solidFill>
            <a:srgbClr val="FBEBE8"/>
          </a:solidFill>
          <a:ln w="17780">
            <a:solidFill>
              <a:srgbClr val="A03A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27448" y="1207008"/>
            <a:ext cx="3977640" cy="384048"/>
          </a:xfrm>
          <a:prstGeom prst="rect">
            <a:avLst/>
          </a:prstGeom>
          <a:solidFill>
            <a:srgbClr val="A03A2B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207008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LUGAR RUIM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892040" y="1682496"/>
            <a:ext cx="36484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Num canto ou atrás da porta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892040" y="2066544"/>
            <a:ext cx="36484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Dentro do armário fechado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892040" y="2450592"/>
            <a:ext cx="36484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Em cima da geladeira ou do micro-ondas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892040" y="2834640"/>
            <a:ext cx="36484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No chão, atrás do sofá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5488" y="3703320"/>
            <a:ext cx="8229600" cy="658368"/>
          </a:xfrm>
          <a:prstGeom prst="roundRect">
            <a:avLst>
              <a:gd name="adj" fmla="val 9722"/>
            </a:avLst>
          </a:prstGeom>
          <a:solidFill>
            <a:srgbClr val="0B4F53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703320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Mudar o roteador de lugar resolve mais chamado que trocar de aparelho.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75488" y="477774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1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dica que mais impressiona cliente — e não custa nada.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3" name="Text 1"/>
          <p:cNvSpPr/>
          <p:nvPr/>
        </p:nvSpPr>
        <p:spPr>
          <a:xfrm>
            <a:off x="475488" y="237744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80" dirty="0">
                <a:solidFill>
                  <a:srgbClr val="3E9B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MÉTODO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75488" y="493776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o técnico verifica ao chegar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75488" y="1188720"/>
            <a:ext cx="8229600" cy="438912"/>
          </a:xfrm>
          <a:prstGeom prst="roundRect">
            <a:avLst>
              <a:gd name="adj" fmla="val 10417"/>
            </a:avLst>
          </a:prstGeom>
          <a:solidFill>
            <a:srgbClr val="EDF4F4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3504" y="1252728"/>
            <a:ext cx="310896" cy="310896"/>
          </a:xfrm>
          <a:prstGeom prst="ellipse">
            <a:avLst/>
          </a:prstGeom>
          <a:solidFill>
            <a:srgbClr val="0B4F53"/>
          </a:solidFill>
          <a:ln/>
        </p:spPr>
      </p:sp>
      <p:sp>
        <p:nvSpPr>
          <p:cNvPr id="7" name="Text 5"/>
          <p:cNvSpPr/>
          <p:nvPr/>
        </p:nvSpPr>
        <p:spPr>
          <a:xfrm>
            <a:off x="603504" y="125272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42416" y="1188720"/>
            <a:ext cx="7498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luz de fibra ou internet está acesa? Se não, o problema é antes do roteador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" y="1719072"/>
            <a:ext cx="8229600" cy="438912"/>
          </a:xfrm>
          <a:prstGeom prst="roundRect">
            <a:avLst>
              <a:gd name="adj" fmla="val 10417"/>
            </a:avLst>
          </a:prstGeom>
          <a:solidFill>
            <a:srgbClr val="F6FAFA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" y="1783080"/>
            <a:ext cx="310896" cy="310896"/>
          </a:xfrm>
          <a:prstGeom prst="ellipse">
            <a:avLst/>
          </a:prstGeom>
          <a:solidFill>
            <a:srgbClr val="0B4F53"/>
          </a:solidFill>
          <a:ln/>
        </p:spPr>
      </p:sp>
      <p:sp>
        <p:nvSpPr>
          <p:cNvPr id="11" name="Text 9"/>
          <p:cNvSpPr/>
          <p:nvPr/>
        </p:nvSpPr>
        <p:spPr>
          <a:xfrm>
            <a:off x="603504" y="178308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42416" y="1719072"/>
            <a:ext cx="7498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cabos estão firmes, com clique? Cabo meio solto é campeão de chamado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" y="2249424"/>
            <a:ext cx="8229600" cy="438912"/>
          </a:xfrm>
          <a:prstGeom prst="roundRect">
            <a:avLst>
              <a:gd name="adj" fmla="val 10417"/>
            </a:avLst>
          </a:prstGeom>
          <a:solidFill>
            <a:srgbClr val="EDF4F4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504" y="2313432"/>
            <a:ext cx="310896" cy="310896"/>
          </a:xfrm>
          <a:prstGeom prst="ellipse">
            <a:avLst/>
          </a:prstGeom>
          <a:solidFill>
            <a:srgbClr val="0B4F53"/>
          </a:solidFill>
          <a:ln/>
        </p:spPr>
      </p:sp>
      <p:sp>
        <p:nvSpPr>
          <p:cNvPr id="15" name="Text 13"/>
          <p:cNvSpPr/>
          <p:nvPr/>
        </p:nvSpPr>
        <p:spPr>
          <a:xfrm>
            <a:off x="603504" y="231343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42416" y="2249424"/>
            <a:ext cx="7498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cabo do provedor está na porta WAN, e não numa LAN?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5488" y="2779776"/>
            <a:ext cx="8229600" cy="438912"/>
          </a:xfrm>
          <a:prstGeom prst="roundRect">
            <a:avLst>
              <a:gd name="adj" fmla="val 10417"/>
            </a:avLst>
          </a:prstGeom>
          <a:solidFill>
            <a:srgbClr val="F6FAFA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3504" y="2843784"/>
            <a:ext cx="310896" cy="310896"/>
          </a:xfrm>
          <a:prstGeom prst="ellipse">
            <a:avLst/>
          </a:prstGeom>
          <a:solidFill>
            <a:srgbClr val="0B4F53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" y="284378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42416" y="2779776"/>
            <a:ext cx="7498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Outro aparelho conecta? Se só um falha, o problema é no aparelho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5488" y="3310128"/>
            <a:ext cx="8229600" cy="438912"/>
          </a:xfrm>
          <a:prstGeom prst="roundRect">
            <a:avLst>
              <a:gd name="adj" fmla="val 10417"/>
            </a:avLst>
          </a:prstGeom>
          <a:solidFill>
            <a:srgbClr val="EDF4F4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3504" y="3374136"/>
            <a:ext cx="310896" cy="310896"/>
          </a:xfrm>
          <a:prstGeom prst="ellipse">
            <a:avLst/>
          </a:prstGeom>
          <a:solidFill>
            <a:srgbClr val="0B4F53"/>
          </a:solidFill>
          <a:ln/>
        </p:spPr>
      </p:sp>
      <p:sp>
        <p:nvSpPr>
          <p:cNvPr id="23" name="Text 21"/>
          <p:cNvSpPr/>
          <p:nvPr/>
        </p:nvSpPr>
        <p:spPr>
          <a:xfrm>
            <a:off x="603504" y="337413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42416" y="3310128"/>
            <a:ext cx="7498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aparelho conecta na rede mas não abre página? Aí é sinal do provedor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5488" y="3840480"/>
            <a:ext cx="8229600" cy="438912"/>
          </a:xfrm>
          <a:prstGeom prst="roundRect">
            <a:avLst>
              <a:gd name="adj" fmla="val 10417"/>
            </a:avLst>
          </a:prstGeom>
          <a:solidFill>
            <a:srgbClr val="F6FAFA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03504" y="3904488"/>
            <a:ext cx="310896" cy="310896"/>
          </a:xfrm>
          <a:prstGeom prst="ellipse">
            <a:avLst/>
          </a:prstGeom>
          <a:solidFill>
            <a:srgbClr val="0B4F53"/>
          </a:solidFill>
          <a:ln/>
        </p:spPr>
      </p:sp>
      <p:sp>
        <p:nvSpPr>
          <p:cNvPr id="27" name="Text 25"/>
          <p:cNvSpPr/>
          <p:nvPr/>
        </p:nvSpPr>
        <p:spPr>
          <a:xfrm>
            <a:off x="603504" y="390448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42416" y="3840480"/>
            <a:ext cx="7498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Desligar da tomada por dez segundos e ligar resolveu? Registre que resolveu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75488" y="4462272"/>
            <a:ext cx="8229600" cy="512064"/>
          </a:xfrm>
          <a:prstGeom prst="roundRect">
            <a:avLst>
              <a:gd name="adj" fmla="val 8929"/>
            </a:avLst>
          </a:prstGeom>
          <a:solidFill>
            <a:srgbClr val="D9E8C7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4462272"/>
            <a:ext cx="7772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B5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Sempre na mesma ordem. Método evita retrabalho e evita troca desnecessária.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4F5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731520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50" dirty="0">
                <a:solidFill>
                  <a:srgbClr val="F5C9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RESUMO DA NOITE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" y="1170432"/>
            <a:ext cx="7772400" cy="1232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tem internet dentro da caixinha.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494280"/>
            <a:ext cx="77724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F5C9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 é só a ponta de um caminho que começa do outro lado do mundo.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85800" y="3372104"/>
            <a:ext cx="777240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372104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Seu trabalho começa no poste da rua e termina na tela do cliente.</a:t>
            </a:r>
            <a:endParaRPr lang="en-US" sz="14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que vem antes disso é com o provedor.</a:t>
            </a:r>
            <a:endParaRPr lang="en-US" sz="14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B4F53"/>
          </a:solidFill>
          <a:ln/>
        </p:spPr>
      </p:sp>
      <p:sp>
        <p:nvSpPr>
          <p:cNvPr id="3" name="Text 1"/>
          <p:cNvSpPr/>
          <p:nvPr/>
        </p:nvSpPr>
        <p:spPr>
          <a:xfrm>
            <a:off x="475488" y="237744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80" dirty="0">
                <a:solidFill>
                  <a:srgbClr val="3E9B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FECHANDO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75488" y="493776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4F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perguntas para conferir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8229600" cy="480060"/>
          </a:xfrm>
          <a:prstGeom prst="roundRect">
            <a:avLst>
              <a:gd name="adj" fmla="val 9524"/>
            </a:avLst>
          </a:prstGeom>
          <a:solidFill>
            <a:srgbClr val="EDF4F4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300734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0073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A2E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1207008"/>
            <a:ext cx="753465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é a diferença entre modem e roteador?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5488" y="1760220"/>
            <a:ext cx="8229600" cy="480060"/>
          </a:xfrm>
          <a:prstGeom prst="roundRect">
            <a:avLst>
              <a:gd name="adj" fmla="val 9524"/>
            </a:avLst>
          </a:prstGeom>
          <a:solidFill>
            <a:srgbClr val="F6FAFA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" y="1853946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185394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A2E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05840" y="1760220"/>
            <a:ext cx="753465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switch cria rede? O que ele faz então?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75488" y="2313432"/>
            <a:ext cx="8229600" cy="480060"/>
          </a:xfrm>
          <a:prstGeom prst="roundRect">
            <a:avLst>
              <a:gd name="adj" fmla="val 9524"/>
            </a:avLst>
          </a:prstGeom>
          <a:solidFill>
            <a:srgbClr val="EDF4F4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407158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240715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A2E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005840" y="2313432"/>
            <a:ext cx="753465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você reconhece a porta WAN num roteador que nunca viu?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75488" y="2866644"/>
            <a:ext cx="8229600" cy="480060"/>
          </a:xfrm>
          <a:prstGeom prst="roundRect">
            <a:avLst>
              <a:gd name="adj" fmla="val 9524"/>
            </a:avLst>
          </a:prstGeom>
          <a:solidFill>
            <a:srgbClr val="F6FAFA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4360" y="2960370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296037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A2E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05840" y="2866644"/>
            <a:ext cx="753465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acontece se o cabo do provedor for ligado numa porta LAN?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75488" y="3419856"/>
            <a:ext cx="8229600" cy="480060"/>
          </a:xfrm>
          <a:prstGeom prst="roundRect">
            <a:avLst>
              <a:gd name="adj" fmla="val 9524"/>
            </a:avLst>
          </a:prstGeom>
          <a:solidFill>
            <a:srgbClr val="EDF4F4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3513582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351358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A2E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005840" y="3419856"/>
            <a:ext cx="753465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o Wi-Fi do quarto é pior que o da sala?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75488" y="3973068"/>
            <a:ext cx="8229600" cy="480060"/>
          </a:xfrm>
          <a:prstGeom prst="roundRect">
            <a:avLst>
              <a:gd name="adj" fmla="val 9524"/>
            </a:avLst>
          </a:prstGeom>
          <a:solidFill>
            <a:srgbClr val="F6FAFA"/>
          </a:solidFill>
          <a:ln w="8890">
            <a:solidFill>
              <a:srgbClr val="B9C8C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4066794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406679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A2E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005840" y="3973068"/>
            <a:ext cx="753465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3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luz de fibra está apagada. Onde está o problema?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75488" y="477774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1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duas últimas são as que mais caem no atendimento de verdade.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4F5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65836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50" dirty="0">
                <a:solidFill>
                  <a:srgbClr val="8FB6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FICA DESTA NOITE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" y="10515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coisas para levar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14400" y="160020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BFD9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 internet vem de longe e passa por seis etapas até você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914400" y="1984248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BFD9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Só o roteador cria rede — os outros ajudam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14400" y="2368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BFD9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 porta WAN é diferente, e trocar ela é o erro mais comum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14400" y="2752344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BFD9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 etiqueta embaixo tem tudo que o suporte vai pedir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914400" y="3136392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BFD9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As luzes do painel dizem onde está o problema antes de você abrir nada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85800" y="3566160"/>
            <a:ext cx="7772400" cy="731520"/>
          </a:xfrm>
          <a:prstGeom prst="roundRect">
            <a:avLst>
              <a:gd name="adj" fmla="val 7500"/>
            </a:avLst>
          </a:prstGeom>
          <a:solidFill>
            <a:srgbClr val="0E5F64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566160"/>
            <a:ext cx="7406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próxima noite: por onde o sinal viaja — cabo, fibra e sem fio.</a:t>
            </a:r>
            <a:endParaRPr lang="en-US" sz="14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4F5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65836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50" dirty="0">
                <a:solidFill>
                  <a:srgbClr val="8FB6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 PRÓXIMA NOITE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" y="10515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tarefas simples: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14400" y="160020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BFD9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Procurar um cabo de rede em casa e ler o que está escrito na capa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914400" y="1984248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BFD9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Anotar a categoria, o fabricante e o número da metragem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14400" y="2368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BFD9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Se não achar cabo de rede, sirva qualquer cabo: o de TV, o de energia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14400" y="2752344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BFD9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Trazer anotado — vamos comparar as capas na aula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85800" y="3182112"/>
            <a:ext cx="7772400" cy="731520"/>
          </a:xfrm>
          <a:prstGeom prst="roundRect">
            <a:avLst>
              <a:gd name="adj" fmla="val 7500"/>
            </a:avLst>
          </a:prstGeom>
          <a:solidFill>
            <a:srgbClr val="0E5F64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182112"/>
            <a:ext cx="7406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não achar nenhum, não tem problema: vai ter cabo de sobra na mesa.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2463</Words>
  <Application>Microsoft Office PowerPoint</Application>
  <PresentationFormat>Apresentação na tela (16:9)</PresentationFormat>
  <Paragraphs>392</Paragraphs>
  <Slides>27</Slides>
  <Notes>27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Joni_PC</cp:lastModifiedBy>
  <cp:revision>2</cp:revision>
  <dcterms:created xsi:type="dcterms:W3CDTF">2026-09-19T10:45:23Z</dcterms:created>
  <dcterms:modified xsi:type="dcterms:W3CDTF">2026-09-25T11:47:35Z</dcterms:modified>
</cp:coreProperties>
</file>
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COMO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CHEGA ATÉ VOCÊ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Do cabo da rua até a tela do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ficou da noite passada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Wi-Fi é a mesma coisa que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Dá para ter rede sem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O que os dados móveis têm de diferente?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O que significa o ícone com sinal de exclamação?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Quem trouxe a ficha do roteador preenchida?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minutos. Se a turma travar em alguma, retome ali mesmo antes de seguir.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De onde vem essa internet?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</a:rPr>
              <a:t>O cliente aponta para a caixinha na parede</a:t>
            </a:r>
          </a:p>
          <a:p>
            <a:pPr algn="l"/>
            <a:r>
              <a:rPr sz="2200" b="0" i="1">
                <a:solidFill>
                  <a:srgbClr val="1A1A1A"/>
                </a:solidFill>
              </a:rPr>
              <a:t>e diz: "a internet está aí dentro".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FFFFFF"/>
          </a:solidFill>
          <a:ln w="25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verdade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Naquela caixinha não tem internet nenhuma.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Tem só a ponta de um caminho muito longo.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CAMINHO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etapas, sempre as mesmas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Máquina que guarda o 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BACKBONE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Fibras de longa distância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PROVEDOR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Central na sua 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 no poste até você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SUA CASA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Caixinha e roteador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APARELHO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Cabo ou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5C5C"/>
                </a:solidFill>
              </a:rPr>
              <a:t>Etapas 1 a 3 são com o PROVEDOR    ·    Etapas 4, 5, 6 são o SEU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Saber de que lado está o problema é metade do atendimento.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DIVISÃO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o seu trabalho começa e termina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É por isso que o vizinho pode estar sem internet e você não: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cada casa tem o seu drop, saindo da mesma caixa no poste.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Etapas 1, 2, 3 (servidor, backbone, provedor)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Quando o problema é aqui, não adianta reiniciar roteador nenhum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Etapas 4, 5, 6 (rua, casa, aparelho)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É onde o técnico de campo atua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BICHOS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 numa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688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Converte o sinal do provedor no sinal que a rede entende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546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Cria a rede da casa e decide para onde cada informação vai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8404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Aumenta o número de portas de cabo. Não cria rede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5262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Leva o sinal sem fio onde o roteador não alcança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120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Onde o cabo entra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nomes. Nas próximas telas, um de cada vez.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tradutor. Converte o sinal que vem da rua.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Pega a luz da fibra (ou o sinal do cabo) e entrega algo que o roteador entende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Quantas portas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só, de saída. Ele não distribui nada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Cria rede?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Sozinho, ele atende um aparelho e só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Modem traduz. Quem distribui é o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distribuidor. É ele que cria a rede da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Recebe uma conexão e divide entre todos os aparelhos, por cabo e sem fio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decide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Guarda quem é quem na rede e manda cada resposta para o aparelho certo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Tem senha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Duas: a da rede sem fio e a de administração do aparelho. SÃO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Sem roteador, um aparelho só. Com roteador, a casa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Um multiplicador de portas. E só 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Transforma uma porta de cabo em quatro, oito, dezesseis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que NÃO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Não cria rede, não distribui internet sozinho, não tem Wi-Fi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diferenciar do roteador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Olhem a traseira: roteador tem uma porta diferente (WAN). Switch tem todas iguais.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Switch sem roteador não dá internet a ninguém. É extensão de porta.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Leva o sinal sem fio onde o roteador não alcança.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Cria mais um ponto de Wi-Fi, ligado na mesma rede da casa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se liga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 ideal é por cabo até o roteador. Assim o sinal não perde força.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repetidor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Faz parecido, mas sem cabo — repete o que recebe pelo ar, e perde velocidade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Levar cabo até um ponto de acesso resolve melhor que empilhar repetidor.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A porta de entrada da rede dentro do computador.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Onde fica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Integrada na placa-mãe, na traseira do gabinete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As luzinhas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acesa fixa = cabo com sinal. A outra pisca = tráfego passando.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Se queimar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Resolve com uma placa de rede USB, que custa pouco.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A luzinha piscando na traseira é a primeira coisa a olhar num chamado.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quadro dos cinco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286000"/>
                <a:gridCol w="3657600"/>
              </a:tblGrid>
              <a:tr h="5791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Equipamento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Cria rede?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Tem Wi-Fi?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Traduzir o sinal do provedor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Roteador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sempre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Distribuir para a casa toda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Aumentar o número de portas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Ponto de acesso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Ampliar a cobertura sem fio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Placa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a máquina à rede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8B1A"/>
                </a:solidFill>
              </a:rPr>
              <a:t>Só um deles cria rede. Guardem 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ERRO NÚMERO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porta que é diferente das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5C5C"/>
                </a:solidFill>
              </a:rPr>
              <a:t>WAN         LAN     LAN     LAN     LAN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entrada     saídas para os aparelhos da casa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provedor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Como reconhecer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Fica separada das outras, quase sempre de outra cor, e escrito WAN ou Internet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O que acontece se errar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Tudo conecta na rede normalmente, mas nada abre. Parece defeito e não 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Confundir essas duas é o erro mais comum de quem instala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ONDE ESTÁ ESCRITO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etiqueta embaixo do aparelho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 que 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Nome de rede (SSID) de fábrica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Nome que aparece antes de alguém trocar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Senha do Wi-Fi de fábrica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na primeira vez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Usuário e senha de administração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Entram na configuração — OUTRA senha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Endereço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Número que se digita no navegador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Modelo e número de série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O que o suporte do provedor vai pedir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Tire uma foto da etiqueta antes de pendurar o aparelho na parede.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SEM ABRIR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luzes do painel já contam 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65176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 luz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Acesa fixa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Piscando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Apagada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energia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Fibra / 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Sinal chegando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Tentando conectar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sinal do provedor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WLAN / Wi-Fi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Tráfego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desligado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LAN 1 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Cabo conectado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Dados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Nada ligado na porta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Luz de fibra apagada: nem adianta mexer no computador. O problema está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Identificação e ficha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Identificar cada equipamento e dizer 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Achar a porta WAN de cada roteador (e explicar como reconheceu)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Contar as portas LAN e anotar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Ler a etiqueta e preencher a ficha (página 3 da folha)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Ligar o roteador e observar as luzes acendendo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Trocar de bancada e conferir o que a outra equipe anotou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7.  Apresentar 1 equipamento em 30 segundos pra turma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Hoje ninguém configura nada. Hoje é reconhecer, nomear e anotar.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Role-play: Cliente ×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Duplas. Um é o cliente, outro é o técnico.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Dupla recebe um cartão de chamado (o técnico NÃO vê)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Cliente lê e representa o cliente de verdade — sem vocabulário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3-4 perguntas, aponta o equipamento com problema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e diz o que investigaria primeiro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Depois: troca de papéis, novo cartão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Discussão coletiva: 3 duplas contam qual foi o chamado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o técnico verifica ao chegar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1.  A luz de fibra ou internet está acesa? Se não, o problema é antes do roteador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2.  Os cabos estão firmes, com clique? Cabo meio solto é campeão de chamado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3.  O cabo do provedor está na porta WAN, e não numa LAN?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4.  Outro aparelho conecta? Se só um falha, o problema é no aparelho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5.  Conecta na rede mas não abre página? Aí é sinal do provedor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6.  Desligar da tomada por 10 segundos e ligar resolveu? Registre que resolveu.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Sempre na mesma ordem. Método evita retrabalho e troca desnecessária.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ENCENAR UM CHAMADO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Cliente × Técnico ao vivo, turma inteira assiste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 Professor escolhe 2 alunos: 1 cliente, 1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Professor sussurra o defeito só pro cliente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perguntas na ordem do método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Turma assiste e ajuda quando o técnico trava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Defeitos que rolam bem: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provedor na porta LAN 3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computador solto no roteador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Roteador foi resetado e perdeu configuração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As perguntas de hoje giram em torno de: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Diferença entre os 5 equipamentos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Reconhecer a porta WAN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Ler as luzes do painel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Etapas 1-3 × etapas 4-6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Cenários de chamado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Resposta em 5 segundos. Alterna entre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Não tem internet dentro da caixinha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Ela é só a ponta de um caminho que começa do outro lado do mundo.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Seu trabalho começa no poste da rua e termina na tela do cliente.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Tudo que vem antes disso é com o provedor.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Qual é a diferença entre modem e roteador?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O switch cria rede? O que ele faz então?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Como você reconhece a porta WAN num roteador que nunca viu?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O que acontece se o cabo do provedor for ligado numa porta LAN?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Por que o Wi-Fi do quarto costuma ser pior que o da sala?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A luz de fibra está apagada. Onde está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A internet vem de longe e passa por seis etapas até você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Só o roteador cria rede — os outros ajudam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porta WAN é diferente, e trocar ela é o erro mais comum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etiqueta embaixo tem tudo que o suporte vai pedir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As luzes do painel dizem onde está o problema antes de você abrir 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Por onde o sinal viaja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Duas tarefas simples: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Procurar um cabo de rede em casa e ler o que está escrito na capa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Anotar a categoria, o fabricante e o número da metragem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Se não achar cabo de rede, sirva qualquer cabo (TV, energia)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Trazer anotado — vamos comparar as capas na aula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Quem não achar nenhum, sem problema — vai ter cabo de sobra na mesa.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
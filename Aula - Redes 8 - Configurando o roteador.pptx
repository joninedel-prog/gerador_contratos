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</a:rPr>
              <a:t>NOITE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CONFIGURANDO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O ROTEADOR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Da caixa à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Redes de Computadores · Curso FIC · CEJA Itapiranga – 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RETOMADA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Das Noites 6 e 7 pra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Qual o endereço da portaria (o painel) dos roteadores da bancada?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Quem entrega o endereço pro celular?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DNS faz o quê?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Como o intruso entrou no Wi-Fi da equipe na Noite 6?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CENSO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roteador da sua casa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Marca e modelo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Wi-Fi ainda tem o nome de fábrica?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Alguém sabe a senha de administrador?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Se o nome é de fábrica, a senha também é. E está escrita embaixo do roteador.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FRASE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Roteador de fábrica funciona.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Roteador configurado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é serviço entregue.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SE CONFIGURA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Oito itens da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315200"/>
              </a:tblGrid>
              <a:tr h="406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Por quê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Senha de administrador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Quem tem ela manda no roteador. De fábrica, qualquer um entra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Nome do Wi-Fi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 cliente acha a rede dele. "TP-Link_3F2A" não diz de quem é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Senha do Wi-Fi + WPA2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A senha da etiqueta qualquer visita lê. WPA2 (ou WPA3) é a tranca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Endereço do painel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Não pode bater com o endereço da ONU do provedor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Faixa de endereços e reserva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A impressora e a câmera ficam sempre no mesmo número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A agenda (DNS)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 roteador diz pros aparelhos qual agenda usar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Rede de convidados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A visita navega sem enxergar os aparelhos da casa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Cópia de segurança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Se o roteador resetar, tudo volta em 1 minuto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E88B1A"/>
                </a:solidFill>
              </a:rPr>
              <a:t>Pra cada um: o que acontece se o técnico NÃO fizer?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LIGAÇÃO COM A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 tela WAN: só olhe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Atrás da ONU do provedor: quase sempre "IP dinâmico". Não mexa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ONU em modo ponte: PPPoE, com usuário e senha que só o provedor dá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Sem esses dados, não mexa nessa tela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Hoje os roteadores estão sem internet: anote só o tipo marcado.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35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Nome, senha e tranca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1.  Wi-Fi de fábrica (etiqueta) → abrir 192.168.0.1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2.  Senha de administrador: a equipe escolhe (10+ caracteres) e anota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3.  Tela WAN: anotar o tipo. Não mexer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4.  Nome do Wi-Fi: EQUIPE N - SOBRENOME (sem acento)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5.  Segurança: WPA2-PSK, AES, senha nova de 12+ caracteres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6.  O celular cai. Reconectar todo mundo no nome novo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Troque o configurador a cada bloco: todo mundo põe a mão.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O CELULAR CAIU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B5C5C"/>
                </a:solidFill>
              </a:rPr>
              <a:t>Na casa do cliente caem TODOS: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celulares, TV, impressora, câmera.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Combine antes quem reconecta o quê.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Mudar a portaria de lugar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A ONU do provedor muitas vezes já usa 192.168.0.1 ou 192.168.1.1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Mesmo número no roteador = conflito: tudo ligado, nada funciona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Rede → LAN → o endereço da sua equipe (página 1)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painel some. Agora ache de novo, SEM olhar a tabela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ONDE ESTÁ O PAINEL?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B5C5C"/>
                </a:solidFill>
              </a:rPr>
              <a:t>No gateway.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Celular: Wi-Fi → detalhes → Gateway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Computador: ipconfig → Gateway Padrão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PLANO DE ENDEREÇOS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Cada equipe com o seu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4206240"/>
                <a:gridCol w="2286000"/>
              </a:tblGrid>
              <a:tr h="4963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Equipe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Painel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Faixa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Reserva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192.168.11.100 a 192.168.11.150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192.168.11.50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192.168.12.100 a 192.168.12.150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192.168.12.50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192.168.13.100 a 192.168.13.150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192.168.13.50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192.168.14.100 a 192.168.14.150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192.168.14.50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192.168.15.100 a 192.168.15.150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192.168.15.50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192.168.16.100 a 192.168.16.150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192.168.16.50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Endereços e a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DHCP: faixa .100 a .150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Reserva: o MAC de um celular (a "impressora") → o endereço .50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Desliga e liga o Wi-Fi do celular: ganhou o .50?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DNS primário 8.8.8.8 · secundário 1.1.1.1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No computador: ipconfig /all → Servidores 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C5362B"/>
                </a:solidFill>
              </a:rPr>
              <a:t>Celular novo usa MAC aleatório: Privacidade → "Usar MAC do dispositivo".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PROMESSA DA NOITE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B5C5C"/>
                </a:solidFill>
              </a:rPr>
              <a:t>Onde se troca a agenda?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No roteador.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Ele diz pros aparelhos qual DNS usar.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INTERVALO</a:t>
            </a:r>
          </a:p>
          <a:p>
            <a:pPr algn="ctr"/>
            <a:r>
              <a:rPr sz="3600" b="1" i="0">
                <a:solidFill>
                  <a:srgbClr val="1A1A1A"/>
                </a:solidFill>
              </a:rPr>
              <a:t>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Rede de convidados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</a:rPr>
              <a:t>•  Ativar: EQUIPE N - VISITA, com senha própria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Deixar DESMARCADO "convidados acessam a rede local"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Um celular na rede de VISITA tenta abrir o painel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Não abre? A visita navega, mas não enxerga a casa.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Cópia de segurança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1.  Backup → salvar o arquivo: equipeN-data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2.  Reset no roteador. Tudo some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3.  192.168.0.1 → senha qualquer → Restaurar → o arquivo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4.  Reiniciou: voltou tudo?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C5362B"/>
                </a:solidFill>
              </a:rPr>
              <a:t>O arquivo guarda as senhas: fica com o cliente, nunca em computador de uso geral.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POR QUE A CÓPIA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B5C5C"/>
                </a:solidFill>
              </a:rPr>
              <a:t>Raio, Reset sem querer,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roteador trocado na garantia: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com a cópia, volta em um minuto.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FICHA DE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Fica com o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7026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 que vai na ficha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B5C5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Cliente / 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Rede de convidados: nome e senha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Marca e modelo do roteador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Faixa de endereços (DHCP)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Endereço do painel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Reservas (aparelho → endereço)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Senha de administrador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Agenda (DNS) entregue pelo roteador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Nome do Wi-Fi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Cópia de segurança salva em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Senha do Wi-Fi e segurança (WPA2/WPA3)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Configurado por / data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E88B1A"/>
                </a:solidFill>
              </a:rPr>
              <a:t>Na etiqueta do roteador: quem configurou, data e painel. Nenhuma senha.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roteador trocado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</a:rPr>
              <a:t>Vocês recebem o roteador e a ficha de outra equipe.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São o próximo técnico, um ano depois, só com o papel.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Conectar todos os celulares, só com a ficha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Entrar no painel, só com a ficha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Conferir cada item. Laudo na página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LIÇÃO DA FICHA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B5C5C"/>
                </a:solidFill>
              </a:rPr>
              <a:t>Ficha que só quem escreveu entende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não é ficha.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O papel tem que funcionar sozinho.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Três frases pra guardar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"Roteador de fábrica funciona. Configurado é serviço entregue."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"Perdeu o painel? Olhe o gateway."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"Senha vai na ficha do cliente. Nunca na etiqueta do roteador."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A PRÓXIMA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Até onde o Wi-Fi chega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A tarefa: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Quantos mega é o plano de internet de casa? (fatura ou aplicativo)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Teste de velocidade no celular (fast.com) do lado do roteador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E de novo no cômodo mais longe dele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Anote os três números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
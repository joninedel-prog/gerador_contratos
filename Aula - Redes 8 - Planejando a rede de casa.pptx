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389120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88B1A"/>
                </a:solidFill>
              </a:rPr>
              <a:t>NOITE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A REDE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</a:rPr>
              <a:t>DA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Parte 1: planejando a instalação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555555"/>
                </a:solidFill>
              </a:rPr>
              <a:t>Redes de Computadores · Curso FIC · CEJA Itapiranga – SC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RETOMADA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Da Noite 7 pra hoje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O DNS faz o quê?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Quem é o dono de https://caixa.gov.br.consulta-fgts.com?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Cadeado quer dizer que o site é bom?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Alguém mandou a cartilha pra família?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GALERIA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Cole a planta da sua casa na parede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Passe pela galeria e olhe todas. Depois: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Em quantas casas o roteador está no CANTO?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Por que ele está ali?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Os cômodos com Wi-Fi fraco ficam perto ou longe do X?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O QUE A GALERIA MOSTRA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B5C5C"/>
                </a:solidFill>
              </a:rPr>
              <a:t>O técnico do provedor deixa o roteador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onde é fácil pra ELE.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Não onde é bom pra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A VISITA TÉCNICA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Antes de falar preço, pergunte e olhe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229600"/>
              </a:tblGrid>
              <a:tr h="406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quê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 que perguntar ou olhar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Quem usa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Quantas pessoas moram? Alguém trabalha ou estuda de casa?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 que liga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Celulares, TV, computador, videogame, câmera, impressora. Onde cada um fica?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Parado ou 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 aparelho fica sempre no mesmo lugar (TV, PC) ou anda pela casa (celular)?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Onde a internet chega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Por onde entra o cabo do provedor? Onde está o modem/ONU?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A casa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Térrea ou sobrado? Alvenaria ou madeira? Tem laje? Galpão, garagem, área externa?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Onde dói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Em quais cômodos o Wi-Fi é fraco ou cai? A que horas fica lento?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Por onde passa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Tem forro, rodapé, canaleta ou eletroduto vazio por onde o cabo pode ir?</a:t>
                      </a:r>
                    </a:p>
                  </a:txBody>
                  <a:tcPr/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Tomadas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Tem tomada perto de onde o roteador vai ficar?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 ficha da minha casa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1A1A1A"/>
                </a:solidFill>
              </a:rPr>
              <a:t>•  Página 1 da folha: a visita técnica da SUA casa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12 min sozinho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•  8 min em dupla: leia a ficha do outro e faça duas perguntas</a:t>
            </a:r>
          </a:p>
          <a:p>
            <a:pPr algn="l"/>
            <a:r>
              <a:rPr sz="2200" b="0" i="0">
                <a:solidFill>
                  <a:srgbClr val="1A1A1A"/>
                </a:solidFill>
              </a:rPr>
              <a:t>   que ela não respondeu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UMA PERGUNTA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Se você só pudesse ter UMA lâmpada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pra iluminar a casa inteira,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onde você colocaria?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FRASE DA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Roteador é lâmpada: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no centro, no alto e à vista.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ONDE FICA O ROTEADOR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Cinco regras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777240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Regra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</a:rPr>
                        <a:t>Por quê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No centro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O sinal se espalha pra todos os lados, igual luz. No canto, metade vai pra rua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No alto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Em cima de móvel ou na parede, a 1,5 m ou mais. No chão, o sinal bate nos móveis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À vista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Nunca dentro de armário, rack fechado ou gaveta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Longe de metal e água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Geladeira, micro-ondas, espelho grande, aquário, caixa d'água, quadro de luz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Perto de tomada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A1A1A"/>
                          </a:solidFill>
                        </a:rPr>
                        <a:t>E com espaço pra ventilar: roteador esquenta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CABO × WI-FI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0B5C5C"/>
                </a:solidFill>
              </a:rPr>
              <a:t>O que fica parado vai no cabo.</a:t>
            </a:r>
          </a:p>
          <a:p>
            <a:pPr algn="ctr"/>
            <a:r>
              <a:rPr sz="3600" b="1" i="0">
                <a:solidFill>
                  <a:srgbClr val="0B5C5C"/>
                </a:solidFill>
              </a:rPr>
              <a:t>O que anda vai no Wi-Fi.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CABO × WI-FI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Quem vai onde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•  Parado: TV, computador, videogame, câmera, impressora  →  CABO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Anda: celular, notebook, tablet  →  WI-FI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Cada aparelho que vai pro cabo deixa o Wi-Fi mais folgado pros outros.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E SE A FIBRA ENTRA NO CANTO?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0B5C5C"/>
                </a:solidFill>
              </a:rPr>
              <a:t>A gente não mexe na fibra.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Leva um cabo de rede da ONU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até o meio da casa.</a:t>
            </a:r>
          </a:p>
          <a:p>
            <a:pPr algn="ctr"/>
            <a:r>
              <a:rPr sz="3000" b="1" i="0">
                <a:solidFill>
                  <a:srgbClr val="0B5C5C"/>
                </a:solidFill>
              </a:rPr>
              <a:t>Esse cabo é o serviço de vocês.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Clínica de plantas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•  Equipes de 3. Oito casas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Leia a queixa do cliente e olhe a planta (■ = roteador hoje)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Desenhe a lápis onde ele deveria ficar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Laudo na página 2: problema, solução, o que comprar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Atenção: pode ter casa em que a solução é não mexer em nada.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A1A"/>
                </a:solidFill>
              </a:rPr>
              <a:t>INTERVALO</a:t>
            </a:r>
          </a:p>
          <a:p>
            <a:pPr algn="ctr"/>
            <a:r>
              <a:rPr sz="3600" b="1" i="0">
                <a:solidFill>
                  <a:srgbClr val="1A1A1A"/>
                </a:solidFill>
              </a:rPr>
              <a:t>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cabo não anda reto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Sua equipe recebe um par de pontos: A e B. Meça três vezes: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1.  No olho: quantos metros você acha que dá?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2.  Em linha reta, com a trena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3.  Pelo caminho do cabo: rodapé, contornando porta e móvel,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     subindo e descendo. Nunca no meio do chão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A CONTA DA FOLGA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200" b="1" i="0">
                <a:solidFill>
                  <a:srgbClr val="0B5C5C"/>
                </a:solidFill>
              </a:rPr>
              <a:t>Cabo pra comprar =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caminho real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+ 1 m em cada ponta</a:t>
            </a:r>
          </a:p>
          <a:p>
            <a:pPr algn="ctr"/>
            <a:r>
              <a:rPr sz="3200" b="1" i="0">
                <a:solidFill>
                  <a:srgbClr val="0B5C5C"/>
                </a:solidFill>
              </a:rPr>
              <a:t>+ 10% de sobra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E88B1A"/>
                </a:solidFill>
              </a:rPr>
              <a:t>CUIDADO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 i="0">
                <a:solidFill>
                  <a:srgbClr val="C5362B"/>
                </a:solidFill>
              </a:rPr>
              <a:t>Cabo de rede não se emenda.</a:t>
            </a:r>
          </a:p>
          <a:p>
            <a:pPr algn="ctr"/>
            <a:r>
              <a:rPr sz="3000" b="1" i="0">
                <a:solidFill>
                  <a:srgbClr val="C5362B"/>
                </a:solidFill>
              </a:rPr>
              <a:t>Faltou 30 cm: joga fora e passa outro.</a:t>
            </a:r>
          </a:p>
          <a:p>
            <a:pPr algn="ctr"/>
            <a:r>
              <a:rPr sz="3000" b="1" i="0">
                <a:solidFill>
                  <a:srgbClr val="C5362B"/>
                </a:solidFill>
              </a:rPr>
              <a:t>Sobra é obrigação, não desperdício.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projeto da dupla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•  Escolham UMA das duas plantas e passem pra malha (página 3)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Cada quadrado é 1 metro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E = entrada da internet   ·   R = roteador   ·   C = aparelho no cabo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Com outra cor: o caminho de cada cabo, pelas paredes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Contem os quadrados e preencham a tabela de trechos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ORÇAMENTO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O que não pode faltar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•  Cabo: a metragem com a folga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Conectores: 2 por cabo + 4 de reserva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Canaleta: o cabo que passa por fora da parede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Aparelhos: só se precisar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Mão de obra: visita + cada ponto + configuração do roteador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E88B1A"/>
                </a:solidFill>
              </a:rPr>
              <a:t>Preços: a tabela de referência da página 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TABELA DE 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Preços pra atividade (não são de loja)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2011680"/>
                <a:gridCol w="2103120"/>
              </a:tblGrid>
              <a:tr h="3962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Unid.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Preço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Cabo de rede Cat5e (interno)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R$ 2,50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Cabo de rede Cat6 (interno)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R$ 4,00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Cabo de rede para área externa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R$ 5,00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Conector RJ45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R$ 1,00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Capa do conector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R$ 0,50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Canaleta (com adesivo)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R$ 6,00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Eletroduto para área externa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metro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R$ 4,00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Tomada de rede (ponto na parede)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A1A1A"/>
                          </a:solidFill>
                        </a:rPr>
                        <a:t>R$ 25,00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TABELA DE REFERÊNCIA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Aparelhos e mão de obra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377440"/>
          <a:ext cx="10881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66560"/>
                <a:gridCol w="2011680"/>
                <a:gridCol w="2103120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Unid.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Preço</a:t>
                      </a:r>
                    </a:p>
                  </a:txBody>
                  <a:tcPr>
                    <a:solidFill>
                      <a:srgbClr val="0B5C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Roteador simples (100 Mbps)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R$ 120,00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Roteador dual band Gigabit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R$ 250,00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Repetidor de sinal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unidade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R$ 110,00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Kit mesh (2 aparelhos)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kit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R$ 600,00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Mão de obra: visita 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visita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R$ 50,00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Mão de obra: por ponto de cabo instalado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ponto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R$ 60,00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Mão de obra: configuração do roteador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aparelho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R$ 80,00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PRÁTICA · 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Banca de projetos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</a:rPr>
              <a:t>•  Entregue o projeto pra dupla do lado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Ela confere pelo checklist da página 4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Veredito: aprovado · aprovado com ajuste · refazer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E escreve UMA sugestão</a:t>
            </a:r>
          </a:p>
          <a:p>
            <a:pPr algn="l"/>
            <a:r>
              <a:rPr sz="2100" b="0" i="0">
                <a:solidFill>
                  <a:srgbClr val="1A1A1A"/>
                </a:solidFill>
              </a:rPr>
              <a:t>•  3 min pra corrigir. Depois, algumas duplas apresentam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O QUE 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Três frases pra guardar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</a:rPr>
              <a:t>"Roteador é lâmpada: no centro, no alto e à vista."</a:t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>"O que fica parado vai no cabo. O que anda vai no Wi-Fi."</a:t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300" b="0" i="0">
                <a:solidFill>
                  <a:srgbClr val="1A1A1A"/>
                </a:solidFill>
              </a:rPr>
              <a:t>"Cabo não anda reto. E sobra é obrigação."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881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8B1A"/>
                </a:solidFill>
              </a:rPr>
              <a:t>PARA A PRÓXIMA NOITE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5C5C"/>
                </a:solidFill>
              </a:rPr>
              <a:t>Configurando o roteador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881360" cy="54864"/>
          </a:xfrm>
          <a:prstGeom prst="rect">
            <a:avLst/>
          </a:prstGeom>
          <a:solidFill>
            <a:srgbClr val="0B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10881360" cy="3474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1A1A1A"/>
                </a:solidFill>
              </a:rPr>
              <a:t>A tarefa: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/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Anote a marca e o modelo do roteador de casa (etiqueta embaixo)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O nome do Wi-Fi da casa é igual ao da etiqueta?</a:t>
            </a:r>
          </a:p>
          <a:p>
            <a:pPr algn="l"/>
            <a:r>
              <a:rPr sz="2000" b="0" i="0">
                <a:solidFill>
                  <a:srgbClr val="1A1A1A"/>
                </a:solidFill>
              </a:rPr>
              <a:t>•  Alguém em casa sabe a senha de administrador?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0" i="1">
                <a:solidFill>
                  <a:srgbClr val="C5362B"/>
                </a:solidFill>
              </a:rPr>
              <a:t>Não tire foto da etiqueta nem mande a senha pra ninguém.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</a:rPr>
              <a:t>Redes de Computadores · Noite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
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NA REDE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DNS, endereço de site e o que o cadeado resolve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 Noite 6 pra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MAC é o quê? E IP?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Quem dá o IP pro celular?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que quer dizer 169.254?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Qual era o número da portaria?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Escreva no quadro um site da sua tarefa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Agora olhe o quadro: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que todos têm em comum?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Alguém escreveu um NÚMERO em vez de nome?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Quantos tinham cadeado?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A gente digita nome.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O celular só sabe ir até número.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Quem traduz?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Você não digita o número da sua mãe.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Você toca em "Mãe".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A agenda acha o número.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DNS É A AGENDA DA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é quem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400800"/>
              </a:tblGrid>
              <a:tr h="52251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Na agenda do celular…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Na internet…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nome do contato ("Mãe")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nome do site (google.com.br)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número de telefone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endereço IP do site (Noite 6)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 agenda que transforma nome em número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DNS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Contato salvo errado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DNS adulterado: você chama o nome certo e cai no lugar errado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Agenda apagada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DNS fora do ar: você sabe o nome, mas não acha o número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Últimas ligações (o celular lembra)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cache: o aparelho guarda os números que já procurou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QUEM É A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Onde mora o DNS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Em casa, o roteador responde — e pergunta pra agenda do provedor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Agenda do provedor caiu? "A internet caiu" pra todo mundo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Agendas públicas e gratuitas: 8.8.8.8 (Google) e 1.1.1.1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Na Noite 9 a gente vê onde se troca a agenda do roteador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SINTOMA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"Tá conectado, o WhatsApp manda mensagem,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mas nenhum site abre."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/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O número responde. O nome não.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agenda viva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Um é a AGENDA, com a folha de nomes e números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Cinco são SITES: placa com o número no peito, página na mão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resto é NAVEGADOR: um pedido e um papelzinho (a memória)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Navegador:  "Qual o número de google.com.br?"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Seis rodadas. Cada uma é um problema de verdade.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AS RODADAS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cada uma mostra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4963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Rodada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 vida real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 O 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 DNS transforma o nome no número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2. A memória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 cache: a segunda vez é mais rápida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3. Nome errado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"Não é possível acessar esse site"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4. Agenda fora do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 WhatsApp funciona, os sites não abrem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5. Agenda adulterada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Nome certo, lugar errado: golpe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6. O selo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 que o cadeado faz (depois do intervalo)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</a:rPr>
              <a:t>COMO SE LÊ UM ENDEREÇO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onsolas"/>
              </a:rPr>
              <a:t>https://  www.caixa.gov.br  /beneficios/bolsa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https://  →  como a conversa acontece (com S = lacrada)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www.caixa.gov.br  →  o DONO. É isso que a agenda traduz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/beneficios/bolsa  →  a página lá dentro. Qualquer um escreve o que quiser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REGRA DA PRIMEIRA BARRA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Ache a primeira barra.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Antes dela, leia de trás pra frente.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O dono é o que vem antes do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88B1A"/>
                </a:solidFill>
              </a:rPr>
              <a:t>ONDE O GOLPE SE ESCONDE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onsolas"/>
              </a:rPr>
              <a:t>https://bb.com.br.atualizacao-cadastral.com/login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1.  Primeira barra: depois de .com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2.  De trás pra frente: .com → atualizacao-cadastral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3.  O dono: atualizacao-cadastral.com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O "bb.com.br" no começo é enfeite. Quem é dono escreve o que quiser 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1">
                <a:solidFill>
                  <a:srgbClr val="C5362B"/>
                </a:solidFill>
              </a:rPr>
              <a:t>Nome do banco no COMEÇO do link: o truque mais comum que existe.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.gov.br × .com.br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pode ter cada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.gov.br — só órgão público registra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.com.br — qualquer pessoa, com CPF ou CNPJ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.com, .net, .app, .shop, .online, .info — qualquer pessoa no mundo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Volte ao quadro do censo: quem é o dono de cada site da turma?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Clínica de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•  Equipes de 3. Dezesseis cartões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Primeiro achem o DONO. Depois decidam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Três montes: VERDADEIRO · GOLPE · NÃO DÁ PRA SABER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Laudo na página 2 da folha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Os links ficam NO PAPEL. Ninguém digita no celular.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INTERVALO</a:t>
            </a:r>
          </a:p>
          <a:p>
            <a:pPr algn="ctr"/>
            <a:r>
              <a:rPr sz="3600" b="1" i="0">
                <a:solidFill>
                  <a:srgbClr val="1A1A1A"/>
                </a:solidFill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CADEADO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Cartão-postal × carta lacrada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840480"/>
                <a:gridCol w="3749039"/>
              </a:tblGrid>
              <a:tr h="822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http (sem S)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https (com S)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Quem lê no caminho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Qualquer um: vizinho, Wi-Fi público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Ninguém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O site prova quem é?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Sim: mostra o certificado (o selo)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O navegador mostra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"Não seguro"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</a:rPr>
                        <a:t>O cadeado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C5362B"/>
                </a:solidFill>
              </a:rPr>
              <a:t>O golpista também tem cadeado.</a:t>
            </a:r>
          </a:p>
          <a:p>
            <a:pPr algn="ctr"/>
            <a:r>
              <a:rPr sz="3000" b="1" i="0">
                <a:solidFill>
                  <a:srgbClr val="C5362B"/>
                </a:solidFill>
              </a:rPr>
              <a:t>O cadeado diz que ninguém está ouvindo.</a:t>
            </a:r>
          </a:p>
          <a:p>
            <a:pPr algn="ctr"/>
            <a:r>
              <a:rPr sz="3000" b="1" i="0">
                <a:solidFill>
                  <a:srgbClr val="C5362B"/>
                </a:solidFill>
              </a:rPr>
              <a:t>Não diz se quem está do outro lado é do bem.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AS DUAS COISAS JUNTAS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Cadeado  +  dono certo.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Uma sem a outra não vale.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estações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A.  O número e o nome — ping e nslookup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B.  O computador doente — o que está errado?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C.  O cadeado no celular — quem emitiu? E o "Não seguro"?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~10 minutos em cada. Anote na página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ESTAÇÕES A 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Ping pelo número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C:\&gt; ping 8.8.8.8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Resposta de 8.8.8.8: bytes=32 tempo=18ms TTL=117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Resposta de 8.8.8.8: bytes=32 tempo=17ms TTL=117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ESTAÇÕES A 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Ping pelo nome — DNS funcionando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C:\&gt; ping google.com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Disparando google.com [142.250.79.46] com 32 bytes de dados: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Resposta de 142.250.79.46: bytes=32 tempo=19ms TTL=117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ESTAÇÕES A 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Ping pelo nome — DNS quebrado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88136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C:\&gt; ping google.com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A solicitação ping não pôde encontrar o host google.com.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onsolas"/>
              </a:rPr>
              <a:t>Verifique o nome e tente novamente.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DIAGNÓSTICO EM 1 MINUTO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ping 8.8.8.8 responde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ping google.com não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=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a agenda (DNS)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ESTAÇÃO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cadeado no celular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1.  Abra um site da sua tarefa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2.  Toque no cadeado → "A conexão é segura" → "Certificado é válido"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3.  "Emitido para" bate com o dono?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4.  Abra http://neverssl.com — o que aparece?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Fábrica de golpes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Sua equipe recebe um site de verdade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Escreva 4 links: 3 golpes com truques diferentes + 1 verdadeiro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Troque com a equipe ao lado. Ela tem 5 min pra achar o verdadeiro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Truques: nome no começo · traço no lugar do ponto · letra trocada · final estranho · o @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Cartilha pra família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"Como não cair em link falso" — pra avó entender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No máximo 3 passos, sem palavra técnica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Um link verdadeiro e um golpe, com o dono marcado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Uma frase sobre o cadeado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que fazer na dúvida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Depois: cada equipe lê como se estivesse explicando pra avó.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frases pra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</a:rPr>
              <a:t>"O DNS é a agenda da internet."</a:t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>"O dono do link vem antes da primeira barra, lido de trás pra frente."</a:t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>"Cadeado mais dono certo. Um sem o outro não vale."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Planejando a rede de uma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 tarefa: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Desenhe a planta da sua casa à mão, vista de cima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X onde fica o modem ou roteador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Uma seta por onde o cabo da internet chega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Pinte os cômodos onde o Wi-Fi é fraco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
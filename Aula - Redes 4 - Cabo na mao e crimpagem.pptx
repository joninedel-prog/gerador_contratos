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CABO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NA MÃO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Padrão T568B, alicate e crimpagem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META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Um cabo por aluno, crimpado por você, testado e funcionando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Não é aula pra decorar teoria.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É aula pra sujar a mão e sentir a ferramenta.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Vai ter dedo doendo. Vai ter conector desperdiçado.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Vai ter cabo torto — isso é NORMAL.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Todo técnico crimpou cabo errado no início.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O que separa o profissional é a quantidade de conectores que ele já queimou.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Você conseguiria fazer o cabo?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O cabo que passa entre seu roteador e sua TV,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aquele com o conector transparente na ponta —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você conseguiria fazer um igual, do zero?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Hoje o objetivo é: pode dizer que sim.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POR DENTRO DO CABO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8 fios em 4 pares — e uma capa que protege tudo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Capa externa: protege o resto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Fio de nylon fininho no meio: ajuda a puxar a capa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8 fios coloridos, em 4 pares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Pares: laranja, verde, azul, marrom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Cada par é trançado sobre si — não é enfeite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"Branco" na verdade é branco listrado com a cor do par. Prestem atenção nas listras.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AS 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alicate crimpador faz quase tudo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Alicate crimpador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Boca de 8 pinos (RJ45)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Boca de 6 pinos (RJ11) — não usamos hoje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Lâmina de corte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Decapador (nem todo alicate tem)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Outras ferramentas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Estilete ou tesoura (alternativa ao decapador)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Régua ou trena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• Testador de cabo (a estrela do teste)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PADRÃO T568B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Este é o que a gente usa. Decore.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406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Pino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Laranja / Branco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Laranja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Verde / Branco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Azul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Azul / Branco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Verde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Marrom / Branco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Marrom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TRUQUE DE MEMÓRIA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Como decorar sem sofrer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Começa laranja, termina marrom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Azul fica no meio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Verde "quebra" a ordem: verde/branco no 3, verde no 6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Se você fixar essa quebra, decora o resto.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Diga em voz alta 3 vezes agora: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laranja/br, laranja, verde/br, azul, azul/br, verde, marrom/br, marrom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T568A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Existe. Você não vai usar. Mas precisa reconhecer.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Padrão A troca o par verde com o par laranja.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Fica: verde/br, verde, laranja/br, azul, azul/br, laranja, marrom/br, marrom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Comum nos EUA em rede unificada com telefonia.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Aqui você quase não vê. Mas se aparecer, agora sabe o que 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DIRETO × CRUZADO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Dois cabos diferentes com a mesma aparência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CABO DIRETO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Mesmo padrão nas duas pontas (B-B ou A-A)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É o que você vai fazer hoje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Serve pra 99% dos casos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CABO CRUZADO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Uma ponta B, outra A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Servia pra ligar dois computadores direto (sem roteador)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Roteadores modernos fazem essa correção sozinhos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Você quase nunca vai precisar — mas precisa saber que existe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12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Do rolo de cabo ao cabo testado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1.  Cortar o cabo no tamanho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2.  Decapar 3 cm da ponta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3.  Separar os 4 pares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4.  Destrançar cada par SÓ o necessário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5.  Ordenar cores no T568B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6.  Cortar todos os fios no mesmo tamanho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7.  Encaixar no conector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8.  Empurrar até o fundo (com a capa dentro do conector)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9.  CONFERIR antes de crimpar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10. Colocar no alicate crimpador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11. Apertar com força até ouvir o clique</a:t>
            </a:r>
          </a:p>
          <a:p>
            <a:pPr algn="l"/>
            <a:r>
              <a:rPr sz="1400" b="0" i="0">
                <a:solidFill>
                  <a:srgbClr val="1A1A1A"/>
                </a:solidFill>
              </a:rPr>
              <a:t>12. Testar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DECAPAR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3 cm — nem mais nem menos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Aperto pouco o alicate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Gira, gira, puxa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Não pode cortar o fio de dentro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Como saber se apertou demais?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Se a lâmina marcou todos os fios, tá apertando forte demais.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DESTRANÇAR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SÓ o necessário — este é o ERRO Nº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Destrance 1,5 cm de cada par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NÃO mais que isso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Por que importa tanto?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A trança protege contra interferência.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Destrançou demais → cabo perde qualidade.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Pode passar no teste de bancada e falhar em 30 metros.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ORDENAR 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Padrão T568B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Sequência (diga em voz alta enquanto ordena):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laranja/br  →  laranja  →  verde/br  →  azul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→  azul/br  →  verde  →  marrom/br  →  marrom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Se você errar aqui, tudo depois vai errado.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Não tenha pressa neste passo.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CORTAR TAMANHO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1,5 cm da capa — todos iguais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Corte reto, uma única passada do alicate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Todos os 8 fios do mesmo tamanho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Se um fio ficar mais curto que os outros,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ele não vai encostar no fundo do conector.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Resultado: um pino sem sinal.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ENCAIXAR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clipe fica pra baixo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Conector com o clipe pra baixo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Fios entram na ordem que você já organizou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Empurre até TODOS encostarem no fundo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 CAPA tem que entrar dentro do conector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A capa dentro do conector é o que segura o cabo depois.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Se ela ficou de fora, o cabo solta ao primeiro puxão.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CONFERIR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Este é o passo mais importante da noite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0881360" cy="3200400"/>
          </a:xfrm>
          <a:prstGeom prst="roundRect">
            <a:avLst/>
          </a:prstGeom>
          <a:solidFill>
            <a:srgbClr val="FFFFFF"/>
          </a:solidFill>
          <a:ln w="25000">
            <a:solidFill>
              <a:srgbClr val="0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Antes de crimpar: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✓  Olho o conector contra a luz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✓  Vejo se cada cor tá no pino certo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✓  Vejo se todos os fios encostaram no fundo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✓  Vejo se a capa entrou dentro do conector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Se algo estiver errado, tira e faz de novo.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Depois de crimpar, o conector foi.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DETALHE · CRIMPAR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Aperto firme até o clique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Encaixo o conector na boca de 8 pinos do alicate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Firmeza — o conector tem só uma posição certa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Aperto até o alicate travar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Vou ouvir um clique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Se apertar de leve, os pinos não furam os fios.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Resultado: mau contato. Cabo parece pronto e não funciona.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55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Cada aluno faz seu cabo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•  40 cm de cabo por pessoa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•  2 conectores RJ45 (esperando um erro)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•  Alicate roda entre as bancadas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Antes de crimpar, chame o professor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a hora de corrigir cor é ANTES do clique.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Regra do conector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4 conectores por aluno.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Depois disso, pergunta antes de pegar outro.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COMO TESTAR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Se o teste passou, tá pronto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Com testador de cabo (LED 8 pinos)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Todos os LEDs em sequência = perfeito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LED faltando = fio não encostou (refaz)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LED fora de ordem = trocou cor (refaz)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Sem testador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Liga entre dois computadores. Aparece rede? Passou.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Liga entre roteador e computador. Recebeu IP? Passou.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Cabo que não passou no teste é lixo — não instale.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6 ERROS MAIS COMUNS · 1 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Todos vocês vão cometer pelo menos 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1.  Destrançou demais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Vê pares desmontados por mais de 2 cm dentro do cabo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Consequência: cabo passa no teste curto, falha em 30 m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2.  Fios em tamanhos diferentes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Um fio parece mais curto que os outros contra a luz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Consequência: um pino sem sinal, cabo parcial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3.  Cor trocada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Sequência de cores não bate com T568B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Consequência: cabo não funciona ou funciona só pra alguns usos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6 ERROS MAIS COMUNS · 4 A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Os mais chatos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4.  Capa não entrou no conector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Vê fios coloridos aparecendo fora do conector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Consequência: cabo solta ao primeiro puxão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5.  Não apertou o suficiente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Puxa o fio de leve e ele sai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Consequência: MAU CONTATO INTERMITENTE (o pior tipo)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6.  Cortou fio interno com o estilete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Fio partido dentro da capa perto do conector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Consequência: pino morto, só descobre no teste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DUELO RELÂMPAGO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Time A × Time 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As perguntas de hoje: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Cores do T568B por pino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Diferenças entre A e B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Direto vs cruzado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Reconhecimento de erros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Reconhecimento de ferramentas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Resposta em 5 segundos. Alterna entre times.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Empate = pergunta bônus.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RESUMO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ideias que ficam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Padrão T568B é o que a gente usa. Decore.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Destrançar demais é o erro nº 1. Máximo 1,5 cm por par.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Fios do mesmo tamanho. Todos encostando no fundo.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A capa DENTRO do conector segura o cabo.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Cabo que não passou no teste é lixo.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FECHANDO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perguntas para conferir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1. Diga o T568B começando pelo pino 1.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2. Se o cabo passa no teste mas cai depois de instalado — qual foi o erro?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3. Por que não pode destrançar demais na ponta?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4. Cor trocada — o que fazer se você perceber antes de crimpar?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5. Cabo cruzado ainda faz sentido hoje? Quando?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 DESTA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Você tem um cabo feito por você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Você conhece o padrão T568B de cor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Você sabe usar o alicate crimpador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Você reconhece os 6 erros mais comuns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Você tem um cabo testado, feito com suas mãos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Na próxima noite, esse cabo volta — pra testes mais duros.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Testar cabos e resolver cabos ruins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Tarefa desta semana: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Guarde o seu cabo bom (o que passou no teste)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Traga na próxima aula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Vamos testar em situações diferentes: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    cabo dobrado, cabo esticado, cabo perto de motor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Bônus: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Quem quiser praticar em casa, leva mais um conector.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Traga o cabo pronto — vamos comparar.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Na Noite 5: vamos aprender a diagnosticar sem chutar.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
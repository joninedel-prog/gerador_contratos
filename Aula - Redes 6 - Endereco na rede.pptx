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8B1A"/>
                </a:solidFill>
              </a:rPr>
              <a:t>NOITE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ENDEREÇO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NA REDE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IP, MAC e como o aparelho é encontrado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Redes de Computadores · Curso FIC · CEJA Itapiranga – 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RETOMADA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Da Noite 5 pra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Quais os três jeitos de testar um cabo?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Luz acesa garante cabo bom?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Quais os 4 passos do método?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No teste do balanço a gente pingou um número. Qual?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CENSO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Escreva no quadro o que você anotou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O IP e o MAC do seu celular (a tarefa)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Agora olhe o quadro: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 que os IPs têm em comum?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Tem dois IPs iguais?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E os MACs, tem algum igual?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 PERGUNTA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Vinte celulares no mesmo Wi-Fi.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Chega um vídeo da internet.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Como o roteador sabe de quem é?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Todo aparelho tem dois documentos: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o CPF (MAC) e o número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do apartamento (IP).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REDE É UM CONDOMÍNIO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Quem é quem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675120"/>
              </a:tblGrid>
              <a:tr h="52251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No condomínio…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Na rede…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Condomínio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 rede da casa (tudo que está ligado no mesmo roteador)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Portaria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roteador — por onde tudo entra e sai. É o "gateway"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Porteiro que distribui os apartamentos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DHCP — a função do roteador que dá endereço pra quem chega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Número do apartamento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endereço IP — muda se o morador sai e volta depois de muito tempo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CPF do morador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endereço MAC — vem de fábrica, é da placa de rede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Endereço do condomínio na rua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IP de fora (público) — é um só pra todos os apartamentos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CPF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Endereço MAC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Vem gravado de fábrica na placa de rede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Cada placa tem o seu — não se repete no mundo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6 pares de letras e números:   3C-52-82-1A-7F-09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Está na etiqueta do roteador (lembra da Noite 2?)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NÚMERO DO APARTAMENTO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Endereço IP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Quem dá é o roteador, na hora que o aparelho chega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4 números de 0 a 255:   192.168.0.104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Em casa: os três primeiros = a rua.  O último = a casa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192.168.0.104 e 192.168.0.105 são vizinhos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Em outra casa, o mesmo número pode existir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Por isso dois colegas tinham o mesmo IP. Apartamento 101 tem em todo prédio.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PEGADINHA DA VIDA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celular esconde o CPF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Celular novo inventa um MAC diferente pra cada Wi-Fi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Android: "MAC aleatório"     iPhone: "Endereço privado"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Motivo: privacidade — loja e shopping não te rastreiam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O MAC que você anotou em casa pode não ser o de hoje.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C5362B"/>
                </a:solidFill>
              </a:rPr>
              <a:t>Vamos conferir na prática.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Ache seus endereços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1.  Desligue os dados móveis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2.  Conecte no Wi-Fi do roteador da equipe — nome e senha estão na etiqueta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3.  Android: Wi-Fi → engrenagem da rede    iPhone: Wi-Fi → (i)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4.  Anote IP, MAC e se é aleatório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5.  No computador: ipconfig  e  ipconfig /all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Folha, página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LEMBRA DA NOITE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Os roteadores estão sem internet.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E a rede funciona assim mesmo.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PORTEIRO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DHCP: quem distribui os endereços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O celular chega e pergunta: "alguém me dá um endereço?"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O roteador responde com: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um IP pra ele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quem é a portaria (o gateway)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por quanto tempo esse endereço vale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QUANDO O PORTEIRO NÃO RESPONDE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C5362B"/>
                </a:solidFill>
              </a:rPr>
              <a:t>169.254.x.x</a:t>
            </a:r>
          </a:p>
          <a:p>
            <a:pPr algn="ctr"/>
            <a:r>
              <a:rPr sz="3600" b="1" i="0">
                <a:solidFill>
                  <a:srgbClr val="C5362B"/>
                </a:solidFill>
              </a:rPr>
              <a:t>=</a:t>
            </a:r>
          </a:p>
          <a:p>
            <a:pPr algn="ctr"/>
            <a:r>
              <a:rPr sz="3600" b="1" i="0">
                <a:solidFill>
                  <a:srgbClr val="C5362B"/>
                </a:solidFill>
              </a:rPr>
              <a:t>ninguém deu endereço pra esse aparelho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IP DE DENTRO × IP DE FORA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carteiro entrega na portaria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192.168… só vale dentro de casa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Lá fora, a casa inteira tem UM endereço: o que o provedor dá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 roteador recebe tudo e distribui pros apartamentos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Teste: pesquise "qual meu ip" no Wi-Fi da escola e depois no 4G.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INTERVALO</a:t>
            </a:r>
          </a:p>
          <a:p>
            <a:pPr algn="ctr"/>
            <a:r>
              <a:rPr sz="3600" b="1" i="0">
                <a:solidFill>
                  <a:srgbClr val="1A1A1A"/>
                </a:solidFill>
              </a:rPr>
              <a:t>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35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Quem está na rede?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1.  No navegador do celular: 192.168.0.1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2.  Primeiro acesso: crie a senha de administrador que o professor ditar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3.  Assistente de configuração? Pule. Ache a lista de aparelhos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4.  Anote nome, IP e MAC de cada um — e de quem é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5.  O MAC bate com o que você anotou?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C5362B"/>
                </a:solidFill>
              </a:rPr>
              <a:t>Fora a senha de administrador, hoje NÃO se muda nada. Só olhar.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CUIDADO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O nome que aparece na lista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quem escolhe é o aparelho.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Quem identifica é o MAC.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Caça ao intruso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Uma das redes foi invadida.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 Confira a lista da sua equipe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 Qual aparelho é o intruso? IP? MAC?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 Como vocês chegaram nessa conclusão?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No cliente: "acho que o vizinho tá usando meu Wi-Fi".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ESTAÇÃO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Ping: bater na porta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ping 192.168.0.1                  → a portaria responde?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ping (IP do celular do colega)  → ele responde?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Colega desliga o Wi-Fi e pinga de novo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Respondeu: está lá e o caminho funciona.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Não respondeu: não está, caminho quebrado — ou ele não abre a porta.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ESTAÇÃO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roteador mudo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•  Liga o computador por cabo. A luz acende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 ipconfig — o que aparece?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 Tenta o celular no Wi-Fi dele — o que acontece?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 Escreva o diagnóstico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LEIA A TELA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Tela A: o que está acontecendo?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3108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Adaptador Ethernet Ethernet: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   Endereço IPv4. . . . . . . . . . . : 192.168.0.104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   Máscara de Sub-rede . . . . . . . . : 255.255.255.0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   Gateway Padrão. . . . . . . . . . . : 192.168.0.1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LEIA A TELA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Tela B: o que está acontecendo?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3108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Adaptador Ethernet Ethernet: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   Endereço IPv4 de Configuração Automática: 169.254.37.112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   Máscara de Sub-rede . . . . . . . . : 255.255.0.0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   Gateway Padrão. . . . . . . . . . .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LEIA A TELA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Tela C: o que está acontecendo?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3108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Adaptador Ethernet Ethernet: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   Estado da mídia. . . . . . . . . . : mídia desconectada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GABARITO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As três telas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108960"/>
                <a:gridCol w="4480560"/>
              </a:tblGrid>
              <a:tr h="8229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Tela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 que quer dizer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Por onde começa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A · 192.168.0.104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Endereço ok — o problema está em outro lugar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B · 169.254…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Ninguém deu endereço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Roteador, DHCP, porta LAN × WAN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C · mídia desconectada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Nem conectou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Físico: cabo e porta (Noite 5)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ROLE-PLAY ·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Chamados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•  "Conectado, sem internet. O cabo é novo, a luz acende."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"Faltou luz ontem e a impressora sumiu do computador."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"Acho que o vizinho está usando meu Wi-Fi."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"Meu filho disse que o IP dele vazou no jogo."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Técnico: o que você olha primeiro? E depois?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DUELO RELÂMPAGO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Time A × Time 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</a:rPr>
              <a:t>•  5 segundos pra responder</a:t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>•  Errou, passa pro outro time</a:t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>•  Vale ponto quem explicar o porquê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Três frases pra guardar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</a:rPr>
              <a:t>"MAC é o CPF. IP é o número do apartamento."</a:t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>"169.254: ninguém deu endereço."</a:t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>"Quem está na rede? Pergunte ao roteador."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PARA A PRÓXIMA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Nomes na rede: DNS e HTTPS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Uma tarefa simples: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Abra três sites que você usa no celular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Anote o endereço completo da barra — com o https://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Repare: tem cadeado?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